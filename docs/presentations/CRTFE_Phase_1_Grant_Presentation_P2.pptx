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40ce52275b8f40b0" /><Relationship Type="http://schemas.openxmlformats.org/officeDocument/2006/relationships/extended-properties" Target="/docProps/app.xml" Id="R8bfc284dcbfb4c78" /><Relationship Type="http://schemas.openxmlformats.org/officeDocument/2006/relationships/officeDocument" Target="/ppt/presentation.xml" Id="R56b4f3f02e8f47cb" /></Relationships>
</file>

<file path=ppt/presentation.xml><?xml version="1.0" encoding="utf-8"?>
<p:presentation xmlns:p="http://schemas.openxmlformats.org/presentationml/2006/main">
  <p:sldMasterIdLst>
    <p:sldMasterId xmlns:r="http://schemas.openxmlformats.org/officeDocument/2006/relationships" id="2147483648" r:id="Re55c95f955204b39"/>
  </p:sldMasterIdLst>
  <p:notesMasterIdLst>
    <p:notesMasterId xmlns:r="http://schemas.openxmlformats.org/officeDocument/2006/relationships" r:id="R65bb3256fb78478f"/>
  </p:notesMasterIdLst>
  <p:sldIdLst>
    <p:sldId xmlns:r="http://schemas.openxmlformats.org/officeDocument/2006/relationships" id="256" r:id="R0b633ce983cd4692"/>
    <p:sldId xmlns:r="http://schemas.openxmlformats.org/officeDocument/2006/relationships" id="257" r:id="R4c8a685175e04e17"/>
    <p:sldId xmlns:r="http://schemas.openxmlformats.org/officeDocument/2006/relationships" id="258" r:id="Ra21360681534477e"/>
    <p:sldId xmlns:r="http://schemas.openxmlformats.org/officeDocument/2006/relationships" id="259" r:id="R2b262ffaafec4f28"/>
    <p:sldId xmlns:r="http://schemas.openxmlformats.org/officeDocument/2006/relationships" id="260" r:id="Rd83dd28e52a4476f"/>
    <p:sldId xmlns:r="http://schemas.openxmlformats.org/officeDocument/2006/relationships" id="261" r:id="Rb4d9b7cd7c824eb2"/>
    <p:sldId xmlns:r="http://schemas.openxmlformats.org/officeDocument/2006/relationships" id="262" r:id="R337463e1f63a48ac"/>
    <p:sldId xmlns:r="http://schemas.openxmlformats.org/officeDocument/2006/relationships" id="263" r:id="R4ee17adb64b2412d"/>
    <p:sldId xmlns:r="http://schemas.openxmlformats.org/officeDocument/2006/relationships" id="264" r:id="R11e2cf35f37241ea"/>
    <p:sldId xmlns:r="http://schemas.openxmlformats.org/officeDocument/2006/relationships" id="265" r:id="R5c93f5d67531496e"/>
    <p:sldId xmlns:r="http://schemas.openxmlformats.org/officeDocument/2006/relationships" id="266" r:id="R1f67a167ed744732"/>
    <p:sldId xmlns:r="http://schemas.openxmlformats.org/officeDocument/2006/relationships" id="267" r:id="Ra2802aa6630c4501"/>
    <p:sldId xmlns:r="http://schemas.openxmlformats.org/officeDocument/2006/relationships" id="268" r:id="R058df84154684900"/>
    <p:sldId xmlns:r="http://schemas.openxmlformats.org/officeDocument/2006/relationships" id="269" r:id="R04b940809d524d9d"/>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04342d34ecfb4099" /><Relationship Type="http://schemas.openxmlformats.org/officeDocument/2006/relationships/slideMaster" Target="/ppt/slideMasters/slideMaster1.xml" Id="Re55c95f955204b39" /><Relationship Type="http://schemas.openxmlformats.org/officeDocument/2006/relationships/notesMaster" Target="/ppt/notesMasters/notesMaster1.xml" Id="R65bb3256fb78478f" /><Relationship Type="http://schemas.openxmlformats.org/officeDocument/2006/relationships/presProps" Target="/ppt/presProps.xml" Id="R057e74923feb4bf1" /><Relationship Type="http://schemas.openxmlformats.org/officeDocument/2006/relationships/tableStyles" Target="/ppt/tableStyles.xml" Id="R6b52c2be752048ad" /><Relationship Type="http://schemas.openxmlformats.org/officeDocument/2006/relationships/slide" Target="/ppt/slides/slide1.xml" Id="R0b633ce983cd4692" /><Relationship Type="http://schemas.openxmlformats.org/officeDocument/2006/relationships/slide" Target="/ppt/slides/slide2.xml" Id="R4c8a685175e04e17" /><Relationship Type="http://schemas.openxmlformats.org/officeDocument/2006/relationships/slide" Target="/ppt/slides/slide3.xml" Id="Ra21360681534477e" /><Relationship Type="http://schemas.openxmlformats.org/officeDocument/2006/relationships/slide" Target="/ppt/slides/slide4.xml" Id="R2b262ffaafec4f28" /><Relationship Type="http://schemas.openxmlformats.org/officeDocument/2006/relationships/slide" Target="/ppt/slides/slide5.xml" Id="Rd83dd28e52a4476f" /><Relationship Type="http://schemas.openxmlformats.org/officeDocument/2006/relationships/slide" Target="/ppt/slides/slide6.xml" Id="Rb4d9b7cd7c824eb2" /><Relationship Type="http://schemas.openxmlformats.org/officeDocument/2006/relationships/slide" Target="/ppt/slides/slide7.xml" Id="R337463e1f63a48ac" /><Relationship Type="http://schemas.openxmlformats.org/officeDocument/2006/relationships/slide" Target="/ppt/slides/slide8.xml" Id="R4ee17adb64b2412d" /><Relationship Type="http://schemas.openxmlformats.org/officeDocument/2006/relationships/slide" Target="/ppt/slides/slide9.xml" Id="R11e2cf35f37241ea" /><Relationship Type="http://schemas.openxmlformats.org/officeDocument/2006/relationships/slide" Target="/ppt/slides/slide10.xml" Id="R5c93f5d67531496e" /><Relationship Type="http://schemas.openxmlformats.org/officeDocument/2006/relationships/slide" Target="/ppt/slides/slide11.xml" Id="R1f67a167ed744732" /><Relationship Type="http://schemas.openxmlformats.org/officeDocument/2006/relationships/slide" Target="/ppt/slides/slide12.xml" Id="Ra2802aa6630c4501" /><Relationship Type="http://schemas.openxmlformats.org/officeDocument/2006/relationships/slide" Target="/ppt/slides/slide13.xml" Id="R058df84154684900" /><Relationship Type="http://schemas.openxmlformats.org/officeDocument/2006/relationships/slide" Target="/ppt/slides/slide14.xml" Id="R04b940809d524d9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02900319089149a9"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545d3bb2f9f64332" /><Relationship Type="http://schemas.openxmlformats.org/officeDocument/2006/relationships/notesMaster" Target="/ppt/notesMasters/notesMaster1.xml" Id="R6cd05f19d9634bcf" /></Relationships>
</file>

<file path=ppt/notesSlides/_rels/notesSlide2.xml.rels>&#65279;<?xml version="1.0" encoding="utf-8"?><Relationships xmlns="http://schemas.openxmlformats.org/package/2006/relationships"><Relationship Type="http://schemas.openxmlformats.org/officeDocument/2006/relationships/slide" Target="/ppt/slides/slide2.xml" Id="Rb4814bf277984b32" /><Relationship Type="http://schemas.openxmlformats.org/officeDocument/2006/relationships/notesMaster" Target="/ppt/notesMasters/notesMaster1.xml" Id="R3337aec2ff0449f0" /></Relationships>
</file>

<file path=ppt/notesSlides/_rels/notesSlide3.xml.rels>&#65279;<?xml version="1.0" encoding="utf-8"?><Relationships xmlns="http://schemas.openxmlformats.org/package/2006/relationships"><Relationship Type="http://schemas.openxmlformats.org/officeDocument/2006/relationships/slide" Target="/ppt/slides/slide3.xml" Id="R3e75e692df894cff" /><Relationship Type="http://schemas.openxmlformats.org/officeDocument/2006/relationships/notesMaster" Target="/ppt/notesMasters/notesMaster1.xml" Id="Rcd47f98cdd894705" /></Relationships>
</file>

<file path=ppt/notesSlides/_rels/notesSlide4.xml.rels>&#65279;<?xml version="1.0" encoding="utf-8"?><Relationships xmlns="http://schemas.openxmlformats.org/package/2006/relationships"><Relationship Type="http://schemas.openxmlformats.org/officeDocument/2006/relationships/slide" Target="/ppt/slides/slide4.xml" Id="R04e8e8c90f064c92" /><Relationship Type="http://schemas.openxmlformats.org/officeDocument/2006/relationships/notesMaster" Target="/ppt/notesMasters/notesMaster1.xml" Id="Reafcac1f581a4c10" /></Relationships>
</file>

<file path=ppt/notesSlides/_rels/notesSlide5.xml.rels>&#65279;<?xml version="1.0" encoding="utf-8"?><Relationships xmlns="http://schemas.openxmlformats.org/package/2006/relationships"><Relationship Type="http://schemas.openxmlformats.org/officeDocument/2006/relationships/slide" Target="/ppt/slides/slide5.xml" Id="Re30e9c02db2d488f" /><Relationship Type="http://schemas.openxmlformats.org/officeDocument/2006/relationships/notesMaster" Target="/ppt/notesMasters/notesMaster1.xml" Id="R75473a0f64494202" /></Relationships>
</file>

<file path=ppt/notesSlides/_rels/notesSlide6.xml.rels>&#65279;<?xml version="1.0" encoding="utf-8"?><Relationships xmlns="http://schemas.openxmlformats.org/package/2006/relationships"><Relationship Type="http://schemas.openxmlformats.org/officeDocument/2006/relationships/slide" Target="/ppt/slides/slide6.xml" Id="Ra7c601273a964d34" /><Relationship Type="http://schemas.openxmlformats.org/officeDocument/2006/relationships/notesMaster" Target="/ppt/notesMasters/notesMaster1.xml" Id="Rdf914d8108c34613" /></Relationships>
</file>

<file path=ppt/notesSlides/_rels/notesSlide7.xml.rels>&#65279;<?xml version="1.0" encoding="utf-8"?><Relationships xmlns="http://schemas.openxmlformats.org/package/2006/relationships"><Relationship Type="http://schemas.openxmlformats.org/officeDocument/2006/relationships/slide" Target="/ppt/slides/slide7.xml" Id="R1418015b342c4e4b" /><Relationship Type="http://schemas.openxmlformats.org/officeDocument/2006/relationships/notesMaster" Target="/ppt/notesMasters/notesMaster1.xml" Id="R241c3459edb349d8" /></Relationships>
</file>

<file path=ppt/notesSlides/_rels/notesSlide8.xml.rels>&#65279;<?xml version="1.0" encoding="utf-8"?><Relationships xmlns="http://schemas.openxmlformats.org/package/2006/relationships"><Relationship Type="http://schemas.openxmlformats.org/officeDocument/2006/relationships/slide" Target="/ppt/slides/slide8.xml" Id="R205df76232d74856" /><Relationship Type="http://schemas.openxmlformats.org/officeDocument/2006/relationships/notesMaster" Target="/ppt/notesMasters/notesMaster1.xml" Id="R512eb279ab7f48b5" /></Relationships>
</file>

<file path=ppt/notesSlides/_rels/notesSlide9.xml.rels>&#65279;<?xml version="1.0" encoding="utf-8"?><Relationships xmlns="http://schemas.openxmlformats.org/package/2006/relationships"><Relationship Type="http://schemas.openxmlformats.org/officeDocument/2006/relationships/slide" Target="/ppt/slides/slide9.xml" Id="Re730f2baf44e4d46" /><Relationship Type="http://schemas.openxmlformats.org/officeDocument/2006/relationships/notesMaster" Target="/ppt/notesMasters/notesMaster1.xml" Id="R51af18f7a01e4817"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a2939d7f1d62413f" /><Relationship Type="http://schemas.openxmlformats.org/officeDocument/2006/relationships/notesMaster" Target="/ppt/notesMasters/notesMaster1.xml" Id="Rd3fff800f3c04a6f"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f2dcc1976ffa44bc" /><Relationship Type="http://schemas.openxmlformats.org/officeDocument/2006/relationships/notesMaster" Target="/ppt/notesMasters/notesMaster1.xml" Id="R161899e1857b475b"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c3a09b71708c4753" /><Relationship Type="http://schemas.openxmlformats.org/officeDocument/2006/relationships/notesMaster" Target="/ppt/notesMasters/notesMaster1.xml" Id="R8b4e003221654a24"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26bbdd3a1db94639" /><Relationship Type="http://schemas.openxmlformats.org/officeDocument/2006/relationships/notesMaster" Target="/ppt/notesMasters/notesMaster1.xml" Id="R5cacd3b17a1b4847"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a232cc82e6214090" /><Relationship Type="http://schemas.openxmlformats.org/officeDocument/2006/relationships/notesMaster" Target="/ppt/notesMasters/notesMaster1.xml" Id="R4f8e698fb2c04430"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Thank you for meeting with me. CRTFE is a big idea, but I am not asking anyone to believe a flying machine already works. I am asking for help running one small, honest experiment that can tell us whether to continue or stop.</a:t>
            </a:r>
          </a:p>
          <a:p xmlns:a="http://schemas.openxmlformats.org/drawingml/2006/main">
            <a:r>
              <a:t/>
            </a:r>
          </a:p>
          <a:p xmlns:a="http://schemas.openxmlformats.org/drawingml/2006/main">
            <a:r>
              <a:t>[Sources]</a:t>
            </a:r>
          </a:p>
          <a:p xmlns:a="http://schemas.openxmlformats.org/drawingml/2006/main">
            <a:r>
              <a:t>- CRTFE repository: README.md</a:t>
            </a:r>
          </a:p>
          <a:p xmlns:a="http://schemas.openxmlformats.org/drawingml/2006/main">
            <a:r>
              <a:t>- User-provided CRTFE V5 concept image</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CRTFE Experimental Aerospace Research Project. In plain words, we are asking whether electricity and magnets can push moving air. The files use two spellings, CRFTE and CRTFE. We will use CRTFE today and will not invent a full name for the letters.</a:t>
            </a:r>
          </a:p>
          <a:p xmlns:a="http://schemas.openxmlformats.org/drawingml/2006/main">
            <a:r>
              <a:t/>
            </a:r>
          </a:p>
          <a:p xmlns:a="http://schemas.openxmlformats.org/drawingml/2006/main">
            <a:r>
              <a:t>[Sources]</a:t>
            </a:r>
          </a:p>
          <a:p xmlns:a="http://schemas.openxmlformats.org/drawingml/2006/main">
            <a:r>
              <a:t>- Dorian Project Meeting Control Register</a:t>
            </a:r>
          </a:p>
          <a:p xmlns:a="http://schemas.openxmlformats.org/drawingml/2006/main">
            <a:r>
              <a:t>- CRTFE_OKFB_Phase_1_Funding_Presentation.pptx</a:t>
            </a:r>
          </a:p>
          <a:p xmlns:a="http://schemas.openxmlformats.org/drawingml/2006/main">
            <a:r>
              <a:t>- CRFTE repository README.md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long-term dream is a two-seat research vehicle. But we are not building that now. The next step is a small table-top test. No people fly in it. If the result is bad, we stop or change direction.</a:t>
            </a:r>
          </a:p>
          <a:p xmlns:a="http://schemas.openxmlformats.org/drawingml/2006/main">
            <a:r>
              <a:t/>
            </a:r>
          </a:p>
          <a:p xmlns:a="http://schemas.openxmlformats.org/drawingml/2006/main">
            <a:r>
              <a:t>[Sources]</a:t>
            </a:r>
          </a:p>
          <a:p xmlns:a="http://schemas.openxmlformats.org/drawingml/2006/main">
            <a:r>
              <a:t>- CRFTE repository: docs/TARGET-VEHICLE-V5.md</a:t>
            </a:r>
          </a:p>
          <a:p xmlns:a="http://schemas.openxmlformats.org/drawingml/2006/main">
            <a:r>
              <a:t>- CRFTE repository: docs/V0.3-PROTOTYPE-BUILD-GUIDE.md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Here is the idea in four steps. Air moves through a tunnel. A closed laboratory tool puts energy into the air. Coils make a magnetic pattern move. Then sensors measure what happened. We are not calling this thrust yet. We are only checking the ingredients.</a:t>
            </a:r>
          </a:p>
          <a:p xmlns:a="http://schemas.openxmlformats.org/drawingml/2006/main">
            <a:r>
              <a:t/>
            </a:r>
          </a:p>
          <a:p xmlns:a="http://schemas.openxmlformats.org/drawingml/2006/main">
            <a:r>
              <a:t>[Sources]</a:t>
            </a:r>
          </a:p>
          <a:p xmlns:a="http://schemas.openxmlformats.org/drawingml/2006/main">
            <a:r>
              <a:t>- CRFTE repository: docs/V2-HYBRID-MHD-BASELINE.md</a:t>
            </a:r>
          </a:p>
          <a:p xmlns:a="http://schemas.openxmlformats.org/drawingml/2006/main">
            <a:r>
              <a:t>- CRFTE repository: docs/V0.3-PROTOTYPE-BUILD-GUIDE.md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one question we need answered. Can moving air carry enough electricity without wasting too much power, getting too hot, or becoming an arc? A yes only earns the next test. A no saves us from wasting money on a vehicle.</a:t>
            </a:r>
          </a:p>
          <a:p xmlns:a="http://schemas.openxmlformats.org/drawingml/2006/main">
            <a:r>
              <a:t/>
            </a:r>
          </a:p>
          <a:p xmlns:a="http://schemas.openxmlformats.org/drawingml/2006/main">
            <a:r>
              <a:t>[Sources]</a:t>
            </a:r>
          </a:p>
          <a:p xmlns:a="http://schemas.openxmlformats.org/drawingml/2006/main">
            <a:r>
              <a:t>- CRFTE repository: docs/V0.3-CONDUCTIVITY-GATE.md</a:t>
            </a:r>
          </a:p>
          <a:p xmlns:a="http://schemas.openxmlformats.org/drawingml/2006/main">
            <a:r>
              <a:t>- CRFTE repository: docs/V4-V5-REVISED.md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updated wiring picture for the first experiment. A blower moves air through a small tunnel. The plasma tool stays closed inside a qualified lab. Sensors measure air speed, conductivity, power, heat, and how long the charge lasts. We first test at 10, 20, and 30 meters per second.</a:t>
            </a:r>
          </a:p>
          <a:p xmlns:a="http://schemas.openxmlformats.org/drawingml/2006/main">
            <a:r>
              <a:t/>
            </a:r>
          </a:p>
          <a:p xmlns:a="http://schemas.openxmlformats.org/drawingml/2006/main">
            <a:r>
              <a:t>[Sources]</a:t>
            </a:r>
          </a:p>
          <a:p xmlns:a="http://schemas.openxmlformats.org/drawingml/2006/main">
            <a:r>
              <a:t>- CRFTE repository: docs/V0.3-PROTOTYPE-BUILD-GUIDE.md</a:t>
            </a:r>
          </a:p>
          <a:p xmlns:a="http://schemas.openxmlformats.org/drawingml/2006/main">
            <a:r>
              <a:t>- CRTFE V-2 Electrical Wiring Schematic Set P2, sheet E-101</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 set the rules before seeing the answer. Below 20 means stop or make a major change. Between 20 and 60 means learn and redesign. At 60 or more, we run the model again using real data. A bright spark is not success if it is only a streamer or arc.</a:t>
            </a:r>
          </a:p>
          <a:p xmlns:a="http://schemas.openxmlformats.org/drawingml/2006/main">
            <a:r>
              <a:t/>
            </a:r>
          </a:p>
          <a:p xmlns:a="http://schemas.openxmlformats.org/drawingml/2006/main">
            <a:r>
              <a:t>[Sources]</a:t>
            </a:r>
          </a:p>
          <a:p xmlns:a="http://schemas.openxmlformats.org/drawingml/2006/main">
            <a:r>
              <a:t>- CRFTE repository: docs/V0.3-CONDUCTIVITY-GATE.md</a:t>
            </a:r>
          </a:p>
          <a:p xmlns:a="http://schemas.openxmlformats.org/drawingml/2006/main">
            <a:r>
              <a:t>- CRFTE repository: docs/V0.3-PROTOTYPE-BUILD-GUIDE.md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Safety is not left to a laptop or AI. The emergency stop and door guards use a hardwired safety chain. The high-voltage tool stays closed. The machine must need a manual reset after a trip. ARC may read the safe or stopped status, but it cannot bypass the safety system.</a:t>
            </a:r>
          </a:p>
          <a:p xmlns:a="http://schemas.openxmlformats.org/drawingml/2006/main">
            <a:r>
              <a:t/>
            </a:r>
          </a:p>
          <a:p xmlns:a="http://schemas.openxmlformats.org/drawingml/2006/main">
            <a:r>
              <a:t>[Sources]</a:t>
            </a:r>
          </a:p>
          <a:p xmlns:a="http://schemas.openxmlformats.org/drawingml/2006/main">
            <a:r>
              <a:t>- CRTFE V-2 Electrical Wiring Schematic Set P2, sheet E-102</a:t>
            </a:r>
          </a:p>
          <a:p xmlns:a="http://schemas.openxmlformats.org/drawingml/2006/main">
            <a:r>
              <a:t>- OSHA 29 CFR 1910.147</a:t>
            </a:r>
          </a:p>
          <a:p xmlns:a="http://schemas.openxmlformats.org/drawingml/2006/main">
            <a:r>
              <a:t>- OSHA 29 CFR 1910.333</a:t>
            </a:r>
          </a:p>
          <a:p xmlns:a="http://schemas.openxmlformats.org/drawingml/2006/main">
            <a:r>
              <a:t>- OSHA 29 CFR 1910.306</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 did not stop at a sketch. The project now has a public repository, math, failure models, stop-and-go rules, an updated 47-page manual, and eight electrical wiring sheets. ARC helps track evidence and disagreements, but every plan stays non-executable.</a:t>
            </a:r>
          </a:p>
          <a:p xmlns:a="http://schemas.openxmlformats.org/drawingml/2006/main">
            <a:r>
              <a:t/>
            </a:r>
          </a:p>
          <a:p xmlns:a="http://schemas.openxmlformats.org/drawingml/2006/main">
            <a:r>
              <a:t>[Sources]</a:t>
            </a:r>
          </a:p>
          <a:p xmlns:a="http://schemas.openxmlformats.org/drawingml/2006/main">
            <a:r>
              <a:t>- CRFTE GitHub repository</a:t>
            </a:r>
          </a:p>
          <a:p xmlns:a="http://schemas.openxmlformats.org/drawingml/2006/main">
            <a:r>
              <a:t>- CRTFE V-2 Integrated Engineering, Wiring and Assembly Manual P2</a:t>
            </a:r>
          </a:p>
          <a:p xmlns:a="http://schemas.openxmlformats.org/drawingml/2006/main">
            <a:r>
              <a:t>- CRTFE V-2 Electrical Wiring Schematic Set P2</a:t>
            </a:r>
          </a:p>
          <a:p xmlns:a="http://schemas.openxmlformats.org/drawingml/2006/main">
            <a:r>
              <a:t>- The Akashic-record repository ARC Revision 1.4</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If the science works later, Oklahoma could study uses for farms, power lines, pipelines, wildfire watching, and search-and-rescue. These are possible use ideas, not promises. We must prove the physics first.</a:t>
            </a:r>
          </a:p>
          <a:p xmlns:a="http://schemas.openxmlformats.org/drawingml/2006/main">
            <a:r>
              <a:t/>
            </a:r>
          </a:p>
          <a:p xmlns:a="http://schemas.openxmlformats.org/drawingml/2006/main">
            <a:r>
              <a:t>[Sources]</a:t>
            </a:r>
          </a:p>
          <a:p xmlns:a="http://schemas.openxmlformats.org/drawingml/2006/main">
            <a:r>
              <a:t>- Dorian Project Meeting Control Register</a:t>
            </a:r>
          </a:p>
          <a:p xmlns:a="http://schemas.openxmlformats.org/drawingml/2006/main">
            <a:r>
              <a:t>- CRTFE_OKFB_Phase_1_Funding_Presentation.pptx</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documented first-step budget is twenty-five thousand dollars. Nine thousand is for the lab and safety. Six thousand is for the plasma and diagnostics expert. Four thousand is for tools, calibration, and data. The rest pays for analysis, independent review, and an open report. A negative result is still useful because it can stop a much more expensive mistake.</a:t>
            </a:r>
          </a:p>
          <a:p xmlns:a="http://schemas.openxmlformats.org/drawingml/2006/main">
            <a:r>
              <a:t/>
            </a:r>
          </a:p>
          <a:p xmlns:a="http://schemas.openxmlformats.org/drawingml/2006/main">
            <a:r>
              <a:t>[Sources]</a:t>
            </a:r>
          </a:p>
          <a:p xmlns:a="http://schemas.openxmlformats.org/drawingml/2006/main">
            <a:r>
              <a:t>- Emergent_Ventures_CRFTE_V03_Concept.pdf</a:t>
            </a:r>
          </a:p>
          <a:p xmlns:a="http://schemas.openxmlformats.org/drawingml/2006/main">
            <a:r>
              <a:t>- CRFTE V0.3 Experimental Supporting Documentation</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Our ask is simple. First, tell us which rural problems are worth studying. Second, introduce us to a qualified Oklahoma lab, university, drone group, or engineer. Third, help us find the right accelerator, sponsor, or grant path for the twenty-five-thousand-dollar test. We are not asking Farm Bureau to certify the physics.</a:t>
            </a:r>
          </a:p>
          <a:p xmlns:a="http://schemas.openxmlformats.org/drawingml/2006/main">
            <a:r>
              <a:t/>
            </a:r>
          </a:p>
          <a:p xmlns:a="http://schemas.openxmlformats.org/drawingml/2006/main">
            <a:r>
              <a:t>[Sources]</a:t>
            </a:r>
          </a:p>
          <a:p xmlns:a="http://schemas.openxmlformats.org/drawingml/2006/main">
            <a:r>
              <a:t>- Dorian Project Meeting Control Register</a:t>
            </a:r>
          </a:p>
          <a:p xmlns:a="http://schemas.openxmlformats.org/drawingml/2006/main">
            <a:r>
              <a:t>- CRTFE_OKFB_Phase_1_Funding_Presentation.pptx</a:t>
            </a:r>
          </a:p>
          <a:p xmlns:a="http://schemas.openxmlformats.org/drawingml/2006/main">
            <a:r>
              <a:t>- Emergent_Ventures_CRFTE_V03_Concept.pdf</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Why should anyone take a chance on me? Because I kept the bad result instead of hiding it. I changed the project when the math said no. I designed a smaller test that can prove me wrong. I also know that qualified experts and a real laboratory must control the dangerous parts. I am asking you to believe in the process, not a promise.</a:t>
            </a:r>
          </a:p>
          <a:p xmlns:a="http://schemas.openxmlformats.org/drawingml/2006/main">
            <a:r>
              <a:t/>
            </a:r>
          </a:p>
          <a:p xmlns:a="http://schemas.openxmlformats.org/drawingml/2006/main">
            <a:r>
              <a:t>[Sources]</a:t>
            </a:r>
          </a:p>
          <a:p xmlns:a="http://schemas.openxmlformats.org/drawingml/2006/main">
            <a:r>
              <a:t>- CRFTE repository: docs/V4-V5-REVISED.md</a:t>
            </a:r>
          </a:p>
          <a:p xmlns:a="http://schemas.openxmlformats.org/drawingml/2006/main">
            <a:r>
              <a:t>- CRFTE repository: docs/V0.3-CONDUCTIVITY-GATE.md</a:t>
            </a:r>
          </a:p>
          <a:p xmlns:a="http://schemas.openxmlformats.org/drawingml/2006/main">
            <a:r>
              <a:t>- CRFTE repository revision history</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next win is not a flight claim. It is one honest answer. I would like your help choosing the right Oklahoma path, securing or assembling the twenty-five-thousand-dollar first experiment, and meeting the right lab, mentors, and partners. Then we let the evidence decide what happens next.</a:t>
            </a:r>
          </a:p>
          <a:p xmlns:a="http://schemas.openxmlformats.org/drawingml/2006/main">
            <a:r>
              <a:t/>
            </a:r>
          </a:p>
          <a:p xmlns:a="http://schemas.openxmlformats.org/drawingml/2006/main">
            <a:r>
              <a:t>[Sources]</a:t>
            </a:r>
          </a:p>
          <a:p xmlns:a="http://schemas.openxmlformats.org/drawingml/2006/main">
            <a:r>
              <a:t>- Dorian Project Meeting Control Register</a:t>
            </a:r>
          </a:p>
          <a:p xmlns:a="http://schemas.openxmlformats.org/drawingml/2006/main">
            <a:r>
              <a:t>- Emergent_Ventures_CRFTE_V03_Concept.pdf</a:t>
            </a:r>
          </a:p>
          <a:p xmlns:a="http://schemas.openxmlformats.org/drawingml/2006/main">
            <a:r>
              <a:t>- CRFTE repository: docs/V0.3-PROTOTYPE-BUILD-GUIDE.md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2bbb6b7d2d924b82"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c71f96e410144d67" /><Relationship Type="http://schemas.openxmlformats.org/officeDocument/2006/relationships/slideLayout" Target="/ppt/slideLayouts/slideLayout1.xml" Id="R36d6093d052449b8"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36d6093d052449b8"/>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8a67dc9349f642eb" /><Relationship Type="http://schemas.openxmlformats.org/officeDocument/2006/relationships/image" Target="/ppt/media/image.jpeg" Id="Rf517b969163d48f2" /><Relationship Type="http://schemas.openxmlformats.org/officeDocument/2006/relationships/notesSlide" Target="/ppt/notesSlides/notesSlide1.xml" Id="R3710b2d4ffc54bcc"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765c2d3a5bb042fd" /><Relationship Type="http://schemas.openxmlformats.org/officeDocument/2006/relationships/notesSlide" Target="/ppt/notesSlides/notesSlide2.xml" Id="Rab5d3f71998842cf"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e46b5977572145e0" /><Relationship Type="http://schemas.openxmlformats.org/officeDocument/2006/relationships/notesSlide" Target="/ppt/notesSlides/notesSlide3.xml" Id="Rf8804bba11c84c04"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ec7f0f9f2eab4d5d" /><Relationship Type="http://schemas.openxmlformats.org/officeDocument/2006/relationships/notesSlide" Target="/ppt/notesSlides/notesSlide4.xml" Id="R40e56a2cdef846ae"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a8ddeafc0aba450f" /><Relationship Type="http://schemas.openxmlformats.org/officeDocument/2006/relationships/notesSlide" Target="/ppt/notesSlides/notesSlide5.xml" Id="R83f07cb4e34743df"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57b99124dfe74a41" /><Relationship Type="http://schemas.openxmlformats.org/officeDocument/2006/relationships/image" Target="/ppt/media/image2.jpeg" Id="R890ac5c25f564162" /><Relationship Type="http://schemas.openxmlformats.org/officeDocument/2006/relationships/notesSlide" Target="/ppt/notesSlides/notesSlide6.xml" Id="Ra9164cc11a3c4b53"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07954ca78806479c" /><Relationship Type="http://schemas.openxmlformats.org/officeDocument/2006/relationships/notesSlide" Target="/ppt/notesSlides/notesSlide7.xml" Id="R46f79de1b53143b5"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b915d2f7a5c04f29" /><Relationship Type="http://schemas.openxmlformats.org/officeDocument/2006/relationships/image" Target="/ppt/media/image3.jpeg" Id="R79d15d29b3184e03" /><Relationship Type="http://schemas.openxmlformats.org/officeDocument/2006/relationships/notesSlide" Target="/ppt/notesSlides/notesSlide8.xml" Id="R5289b33804b94385"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9e138f9a18ca4c8f" /><Relationship Type="http://schemas.openxmlformats.org/officeDocument/2006/relationships/image" Target="/ppt/media/image4.jpeg" Id="Rf99c8a3cc0094bac" /><Relationship Type="http://schemas.openxmlformats.org/officeDocument/2006/relationships/image" Target="/ppt/media/image5.jpeg" Id="Rc96a46397114461d" /><Relationship Type="http://schemas.openxmlformats.org/officeDocument/2006/relationships/notesSlide" Target="/ppt/notesSlides/notesSlide9.xml" Id="R84f99508f566475e"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9a7cb9acd9c34685" /><Relationship Type="http://schemas.openxmlformats.org/officeDocument/2006/relationships/notesSlide" Target="/ppt/notesSlides/notesSlide10.xml" Id="R4373f2ce8b3c484d"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bf539fc9a64243c1" /><Relationship Type="http://schemas.openxmlformats.org/officeDocument/2006/relationships/notesSlide" Target="/ppt/notesSlides/notesSlide11.xml" Id="R7d40c6d9b8e1422e"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8910cd781b22498f" /><Relationship Type="http://schemas.openxmlformats.org/officeDocument/2006/relationships/notesSlide" Target="/ppt/notesSlides/notesSlide12.xml" Id="R9bb626f3e9e54f8e"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122bed6a508b4a22" /><Relationship Type="http://schemas.openxmlformats.org/officeDocument/2006/relationships/notesSlide" Target="/ppt/notesSlides/notesSlide13.xml" Id="Ra6737322617a46f8"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b38a5f390a544fd9" /><Relationship Type="http://schemas.openxmlformats.org/officeDocument/2006/relationships/notesSlide" Target="/ppt/notesSlides/notesSlide14.xml" Id="Rb9a41ac4874e453e" /></Relationships>
</file>

<file path=ppt/slides/slide1.xml><?xml version="1.0" encoding="utf-8"?>
<p:sld xmlns:p="http://schemas.openxmlformats.org/presentationml/2006/main">
  <p:cSld>
    <p:bg>
      <p:bgPr>
        <a:solidFill xmlns:a="http://schemas.openxmlformats.org/drawingml/2006/main">
          <a:srgbClr val="071A2A"/>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FAC0A76D-4910-42E1-B941-8A14B38540DA}"/>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79A817"/>
          </a:solidFill>
          <a:ln xmlns:a="http://schemas.openxmlformats.org/drawingml/2006/main" w="0">
            <a:noFill/>
            <a:prstDash val="solid"/>
          </a:ln>
        </p:spPr>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f517b969163d48f2"/>
          <a:srcRect xmlns:a="http://schemas.openxmlformats.org/drawingml/2006/main" l="28111" t="0" r="28111" b="0"/>
          <a:stretch xmlns:a="http://schemas.openxmlformats.org/drawingml/2006/main">
            <a:fillRect l="0" t="0" r="0" b="0"/>
          </a:stretch>
        </p:blipFill>
        <p:spPr>
          <a:xfrm xmlns:a="http://schemas.openxmlformats.org/drawingml/2006/main">
            <a:off x="6858000" y="0"/>
            <a:ext cx="5334000" cy="685800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5675EBFF-5F84-4118-9642-8E51742F812B}"/>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5BC5E8FF-BE9A-4830-AD04-1F39A96B4E20}"/>
              </a:ext>
            </a:extLst>
          </p:cNvPr>
          <p:cNvSpPr>
            <a:spLocks xmlns:a="http://schemas.openxmlformats.org/drawingml/2006/main" noGrp="1"/>
          </p:cNvSpPr>
          <p:nvPr/>
        </p:nvSpPr>
        <p:spPr>
          <a:xfrm xmlns:a="http://schemas.openxmlformats.org/drawingml/2006/main">
            <a:off x="685800" y="1162050"/>
            <a:ext cx="50482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4350" b="1">
                <a:solidFill>
                  <a:srgbClr val="FFFFFF"/>
                </a:solidFill>
              </a:defRPr>
            </a:pPr>
            <a:r>
              <a:rPr sz="4350" b="1">
                <a:solidFill>
                  <a:srgbClr val="FFFFFF"/>
                </a:solidFill>
              </a:rPr>
              <a:t>CRTFE</a:t>
            </a:r>
          </a:p>
        </p:txBody>
      </p:sp>
      <p:sp>
        <p:nvSpPr>
          <p:cNvPr id="5" name="">
            <a:extLst xmlns:a="http://schemas.openxmlformats.org/drawingml/2006/main">
              <a:ext uri="{FF2B5EF4-FFF2-40B4-BE49-F238E27FC236}">
                <a16:creationId xmlns:a16="http://schemas.microsoft.com/office/drawing/2014/main" id="{1361F696-B661-4795-A3D4-E4F89FF271BD}"/>
              </a:ext>
            </a:extLst>
          </p:cNvPr>
          <p:cNvSpPr>
            <a:spLocks xmlns:a="http://schemas.openxmlformats.org/drawingml/2006/main" noGrp="1"/>
          </p:cNvSpPr>
          <p:nvPr/>
        </p:nvSpPr>
        <p:spPr>
          <a:xfrm xmlns:a="http://schemas.openxmlformats.org/drawingml/2006/main">
            <a:off x="685800" y="1981200"/>
            <a:ext cx="54292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700" b="1">
                <a:solidFill>
                  <a:srgbClr val="54C4F3"/>
                </a:solidFill>
              </a:defRPr>
            </a:pPr>
            <a:r>
              <a:rPr sz="2700" b="1">
                <a:solidFill>
                  <a:srgbClr val="54C4F3"/>
                </a:solidFill>
              </a:rPr>
              <a:t>Test the smallest question first</a:t>
            </a:r>
          </a:p>
        </p:txBody>
      </p:sp>
      <p:sp>
        <p:nvSpPr>
          <p:cNvPr id="6" name="">
            <a:extLst xmlns:a="http://schemas.openxmlformats.org/drawingml/2006/main">
              <a:ext uri="{FF2B5EF4-FFF2-40B4-BE49-F238E27FC236}">
                <a16:creationId xmlns:a16="http://schemas.microsoft.com/office/drawing/2014/main" id="{022BC356-28CC-447D-BF73-AF1E76E223C9}"/>
              </a:ext>
            </a:extLst>
          </p:cNvPr>
          <p:cNvSpPr>
            <a:spLocks xmlns:a="http://schemas.openxmlformats.org/drawingml/2006/main" noGrp="1"/>
          </p:cNvSpPr>
          <p:nvPr/>
        </p:nvSpPr>
        <p:spPr>
          <a:xfrm xmlns:a="http://schemas.openxmlformats.org/drawingml/2006/main">
            <a:off x="685800" y="3124200"/>
            <a:ext cx="5143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00" b="0">
                <a:solidFill>
                  <a:srgbClr val="FFFFFF"/>
                </a:solidFill>
              </a:defRPr>
            </a:pPr>
            <a:r>
              <a:rPr sz="1800" b="0">
                <a:solidFill>
                  <a:srgbClr val="FFFFFF"/>
                </a:solidFill>
              </a:rPr>
              <a:t>A simple funding and partnership presentation</a:t>
            </a:r>
          </a:p>
        </p:txBody>
      </p:sp>
      <p:sp>
        <p:nvSpPr>
          <p:cNvPr id="7" name="">
            <a:extLst xmlns:a="http://schemas.openxmlformats.org/drawingml/2006/main">
              <a:ext uri="{FF2B5EF4-FFF2-40B4-BE49-F238E27FC236}">
                <a16:creationId xmlns:a16="http://schemas.microsoft.com/office/drawing/2014/main" id="{75A3BB2C-D783-4E47-94D5-C5D6DC942F34}"/>
              </a:ext>
            </a:extLst>
          </p:cNvPr>
          <p:cNvSpPr>
            <a:spLocks xmlns:a="http://schemas.openxmlformats.org/drawingml/2006/main" noGrp="1"/>
          </p:cNvSpPr>
          <p:nvPr/>
        </p:nvSpPr>
        <p:spPr>
          <a:xfrm xmlns:a="http://schemas.openxmlformats.org/drawingml/2006/main">
            <a:off x="685800" y="5334000"/>
            <a:ext cx="4953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1">
                <a:solidFill>
                  <a:srgbClr val="FFFFFF"/>
                </a:solidFill>
              </a:defRPr>
            </a:pPr>
            <a:r>
              <a:rPr sz="1350" b="1">
                <a:solidFill>
                  <a:srgbClr val="FFFFFF"/>
                </a:solidFill>
              </a:rPr>
              <a:t>Dorian Martin-Smith  |  Lawton, Oklahoma</a:t>
            </a:r>
          </a:p>
        </p:txBody>
      </p:sp>
      <p:sp>
        <p:nvSpPr>
          <p:cNvPr id="8" name="">
            <a:extLst xmlns:a="http://schemas.openxmlformats.org/drawingml/2006/main">
              <a:ext uri="{FF2B5EF4-FFF2-40B4-BE49-F238E27FC236}">
                <a16:creationId xmlns:a16="http://schemas.microsoft.com/office/drawing/2014/main" id="{1BA7D572-03D2-4036-85B7-C48BF5052EAA}"/>
              </a:ext>
            </a:extLst>
          </p:cNvPr>
          <p:cNvSpPr>
            <a:spLocks xmlns:a="http://schemas.openxmlformats.org/drawingml/2006/main" noGrp="1"/>
          </p:cNvSpPr>
          <p:nvPr/>
        </p:nvSpPr>
        <p:spPr>
          <a:xfrm xmlns:a="http://schemas.openxmlformats.org/drawingml/2006/main">
            <a:off x="685800" y="5886450"/>
            <a:ext cx="4000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1">
                <a:solidFill>
                  <a:srgbClr val="79A817"/>
                </a:solidFill>
              </a:defRPr>
            </a:pPr>
            <a:r>
              <a:rPr sz="1350" b="1">
                <a:solidFill>
                  <a:srgbClr val="79A817"/>
                </a:solidFill>
              </a:rPr>
              <a:t>PHASE 1 REQUEST: $25,000</a:t>
            </a:r>
          </a:p>
        </p:txBody>
      </p:sp>
    </p:spTree>
    <p:extLst>
      <p:ext uri="{BB962C8B-B14F-4D97-AF65-F5344CB8AC3E}">
        <p14:creationId xmlns:p14="http://schemas.microsoft.com/office/powerpoint/2010/main" val="1537648879"/>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5" name="">
            <a:extLst xmlns:a="http://schemas.openxmlformats.org/drawingml/2006/main">
              <a:ext uri="{FF2B5EF4-FFF2-40B4-BE49-F238E27FC236}">
                <a16:creationId xmlns:a16="http://schemas.microsoft.com/office/drawing/2014/main" id="{D1435042-BFA5-47EA-BB0E-45C2467EA172}"/>
              </a:ext>
            </a:extLst>
          </p:cNvPr>
          <p:cNvSpPr>
            <a:spLocks xmlns:a="http://schemas.openxmlformats.org/drawingml/2006/main" noGrp="1"/>
          </p:cNvSpPr>
          <p:nvPr/>
        </p:nvSpPr>
        <p:spPr>
          <a:xfrm xmlns:a="http://schemas.openxmlformats.org/drawingml/2006/main">
            <a:off x="0" y="0"/>
            <a:ext cx="9525" cy="6858000"/>
          </a:xfrm>
          <a:prstGeom xmlns:a="http://schemas.openxmlformats.org/drawingml/2006/main" prst="rect">
            <a:avLst/>
          </a:prstGeom>
          <a:solidFill xmlns:a="http://schemas.openxmlformats.org/drawingml/2006/main">
            <a:srgbClr val="C9DDF2"/>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D9153747-7401-4674-9EFF-BD0052E21405}"/>
              </a:ext>
            </a:extLst>
          </p:cNvPr>
          <p:cNvSpPr>
            <a:spLocks xmlns:a="http://schemas.openxmlformats.org/drawingml/2006/main" noGrp="1"/>
          </p:cNvSpPr>
          <p:nvPr/>
        </p:nvSpPr>
        <p:spPr>
          <a:xfrm xmlns:a="http://schemas.openxmlformats.org/drawingml/2006/main">
            <a:off x="609600" y="0"/>
            <a:ext cx="9525" cy="6858000"/>
          </a:xfrm>
          <a:prstGeom xmlns:a="http://schemas.openxmlformats.org/drawingml/2006/main" prst="rect">
            <a:avLst/>
          </a:prstGeom>
          <a:solidFill xmlns:a="http://schemas.openxmlformats.org/drawingml/2006/main">
            <a:srgbClr val="C9DDF2"/>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280E0359-5FCB-4697-9E93-F767AF7BE367}"/>
              </a:ext>
            </a:extLst>
          </p:cNvPr>
          <p:cNvSpPr>
            <a:spLocks xmlns:a="http://schemas.openxmlformats.org/drawingml/2006/main" noGrp="1"/>
          </p:cNvSpPr>
          <p:nvPr/>
        </p:nvSpPr>
        <p:spPr>
          <a:xfrm xmlns:a="http://schemas.openxmlformats.org/drawingml/2006/main">
            <a:off x="1219200" y="0"/>
            <a:ext cx="9525" cy="6858000"/>
          </a:xfrm>
          <a:prstGeom xmlns:a="http://schemas.openxmlformats.org/drawingml/2006/main" prst="rect">
            <a:avLst/>
          </a:prstGeom>
          <a:solidFill xmlns:a="http://schemas.openxmlformats.org/drawingml/2006/main">
            <a:srgbClr val="C9DDF2"/>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1692468E-C676-4700-A1F5-850010F3EC51}"/>
              </a:ext>
            </a:extLst>
          </p:cNvPr>
          <p:cNvSpPr>
            <a:spLocks xmlns:a="http://schemas.openxmlformats.org/drawingml/2006/main" noGrp="1"/>
          </p:cNvSpPr>
          <p:nvPr/>
        </p:nvSpPr>
        <p:spPr>
          <a:xfrm xmlns:a="http://schemas.openxmlformats.org/drawingml/2006/main">
            <a:off x="1828800" y="0"/>
            <a:ext cx="9525" cy="6858000"/>
          </a:xfrm>
          <a:prstGeom xmlns:a="http://schemas.openxmlformats.org/drawingml/2006/main" prst="rect">
            <a:avLst/>
          </a:prstGeom>
          <a:solidFill xmlns:a="http://schemas.openxmlformats.org/drawingml/2006/main">
            <a:srgbClr val="C9DDF2"/>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DEC6630F-F552-4785-935F-63C096D2F780}"/>
              </a:ext>
            </a:extLst>
          </p:cNvPr>
          <p:cNvSpPr>
            <a:spLocks xmlns:a="http://schemas.openxmlformats.org/drawingml/2006/main" noGrp="1"/>
          </p:cNvSpPr>
          <p:nvPr/>
        </p:nvSpPr>
        <p:spPr>
          <a:xfrm xmlns:a="http://schemas.openxmlformats.org/drawingml/2006/main">
            <a:off x="2438400" y="0"/>
            <a:ext cx="9525" cy="6858000"/>
          </a:xfrm>
          <a:prstGeom xmlns:a="http://schemas.openxmlformats.org/drawingml/2006/main" prst="rect">
            <a:avLst/>
          </a:prstGeom>
          <a:solidFill xmlns:a="http://schemas.openxmlformats.org/drawingml/2006/main">
            <a:srgbClr val="C9DDF2"/>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DFFABAA5-CEEC-4A31-8C2D-84CB12116B14}"/>
              </a:ext>
            </a:extLst>
          </p:cNvPr>
          <p:cNvSpPr>
            <a:spLocks xmlns:a="http://schemas.openxmlformats.org/drawingml/2006/main" noGrp="1"/>
          </p:cNvSpPr>
          <p:nvPr/>
        </p:nvSpPr>
        <p:spPr>
          <a:xfrm xmlns:a="http://schemas.openxmlformats.org/drawingml/2006/main">
            <a:off x="3048000" y="0"/>
            <a:ext cx="9525" cy="6858000"/>
          </a:xfrm>
          <a:prstGeom xmlns:a="http://schemas.openxmlformats.org/drawingml/2006/main" prst="rect">
            <a:avLst/>
          </a:prstGeom>
          <a:solidFill xmlns:a="http://schemas.openxmlformats.org/drawingml/2006/main">
            <a:srgbClr val="C9DDF2"/>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1FAF9856-492F-4042-AE62-154699216DB6}"/>
              </a:ext>
            </a:extLst>
          </p:cNvPr>
          <p:cNvSpPr>
            <a:spLocks xmlns:a="http://schemas.openxmlformats.org/drawingml/2006/main" noGrp="1"/>
          </p:cNvSpPr>
          <p:nvPr/>
        </p:nvSpPr>
        <p:spPr>
          <a:xfrm xmlns:a="http://schemas.openxmlformats.org/drawingml/2006/main">
            <a:off x="3657600" y="0"/>
            <a:ext cx="9525" cy="6858000"/>
          </a:xfrm>
          <a:prstGeom xmlns:a="http://schemas.openxmlformats.org/drawingml/2006/main" prst="rect">
            <a:avLst/>
          </a:prstGeom>
          <a:solidFill xmlns:a="http://schemas.openxmlformats.org/drawingml/2006/main">
            <a:srgbClr val="C9DDF2"/>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4B021EA1-37FF-4E01-8E89-E4CD5FEC4520}"/>
              </a:ext>
            </a:extLst>
          </p:cNvPr>
          <p:cNvSpPr>
            <a:spLocks xmlns:a="http://schemas.openxmlformats.org/drawingml/2006/main" noGrp="1"/>
          </p:cNvSpPr>
          <p:nvPr/>
        </p:nvSpPr>
        <p:spPr>
          <a:xfrm xmlns:a="http://schemas.openxmlformats.org/drawingml/2006/main">
            <a:off x="4267200" y="0"/>
            <a:ext cx="9525" cy="6858000"/>
          </a:xfrm>
          <a:prstGeom xmlns:a="http://schemas.openxmlformats.org/drawingml/2006/main" prst="rect">
            <a:avLst/>
          </a:prstGeom>
          <a:solidFill xmlns:a="http://schemas.openxmlformats.org/drawingml/2006/main">
            <a:srgbClr val="C9DDF2"/>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06A07620-ECAA-4727-AD65-74319A79062D}"/>
              </a:ext>
            </a:extLst>
          </p:cNvPr>
          <p:cNvSpPr>
            <a:spLocks xmlns:a="http://schemas.openxmlformats.org/drawingml/2006/main" noGrp="1"/>
          </p:cNvSpPr>
          <p:nvPr/>
        </p:nvSpPr>
        <p:spPr>
          <a:xfrm xmlns:a="http://schemas.openxmlformats.org/drawingml/2006/main">
            <a:off x="4876800" y="0"/>
            <a:ext cx="9525" cy="6858000"/>
          </a:xfrm>
          <a:prstGeom xmlns:a="http://schemas.openxmlformats.org/drawingml/2006/main" prst="rect">
            <a:avLst/>
          </a:prstGeom>
          <a:solidFill xmlns:a="http://schemas.openxmlformats.org/drawingml/2006/main">
            <a:srgbClr val="C9DDF2"/>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29C792DD-8636-47E8-9EDC-35D7A7C9C0EC}"/>
              </a:ext>
            </a:extLst>
          </p:cNvPr>
          <p:cNvSpPr>
            <a:spLocks xmlns:a="http://schemas.openxmlformats.org/drawingml/2006/main" noGrp="1"/>
          </p:cNvSpPr>
          <p:nvPr/>
        </p:nvSpPr>
        <p:spPr>
          <a:xfrm xmlns:a="http://schemas.openxmlformats.org/drawingml/2006/main">
            <a:off x="5486400" y="0"/>
            <a:ext cx="9525" cy="6858000"/>
          </a:xfrm>
          <a:prstGeom xmlns:a="http://schemas.openxmlformats.org/drawingml/2006/main" prst="rect">
            <a:avLst/>
          </a:prstGeom>
          <a:solidFill xmlns:a="http://schemas.openxmlformats.org/drawingml/2006/main">
            <a:srgbClr val="C9DDF2"/>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05F28FC0-DFC0-41A4-8622-668F097B222A}"/>
              </a:ext>
            </a:extLst>
          </p:cNvPr>
          <p:cNvSpPr>
            <a:spLocks xmlns:a="http://schemas.openxmlformats.org/drawingml/2006/main" noGrp="1"/>
          </p:cNvSpPr>
          <p:nvPr/>
        </p:nvSpPr>
        <p:spPr>
          <a:xfrm xmlns:a="http://schemas.openxmlformats.org/drawingml/2006/main">
            <a:off x="6096000" y="0"/>
            <a:ext cx="9525" cy="6858000"/>
          </a:xfrm>
          <a:prstGeom xmlns:a="http://schemas.openxmlformats.org/drawingml/2006/main" prst="rect">
            <a:avLst/>
          </a:prstGeom>
          <a:solidFill xmlns:a="http://schemas.openxmlformats.org/drawingml/2006/main">
            <a:srgbClr val="C9DDF2"/>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58C5DD78-CD89-471B-930B-21A181329488}"/>
              </a:ext>
            </a:extLst>
          </p:cNvPr>
          <p:cNvSpPr>
            <a:spLocks xmlns:a="http://schemas.openxmlformats.org/drawingml/2006/main" noGrp="1"/>
          </p:cNvSpPr>
          <p:nvPr/>
        </p:nvSpPr>
        <p:spPr>
          <a:xfrm xmlns:a="http://schemas.openxmlformats.org/drawingml/2006/main">
            <a:off x="6705600" y="0"/>
            <a:ext cx="9525" cy="6858000"/>
          </a:xfrm>
          <a:prstGeom xmlns:a="http://schemas.openxmlformats.org/drawingml/2006/main" prst="rect">
            <a:avLst/>
          </a:prstGeom>
          <a:solidFill xmlns:a="http://schemas.openxmlformats.org/drawingml/2006/main">
            <a:srgbClr val="C9DDF2"/>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6AEA9DC7-917D-4A04-98C6-00338C5D03EE}"/>
              </a:ext>
            </a:extLst>
          </p:cNvPr>
          <p:cNvSpPr>
            <a:spLocks xmlns:a="http://schemas.openxmlformats.org/drawingml/2006/main" noGrp="1"/>
          </p:cNvSpPr>
          <p:nvPr/>
        </p:nvSpPr>
        <p:spPr>
          <a:xfrm xmlns:a="http://schemas.openxmlformats.org/drawingml/2006/main">
            <a:off x="7315200" y="0"/>
            <a:ext cx="9525" cy="6858000"/>
          </a:xfrm>
          <a:prstGeom xmlns:a="http://schemas.openxmlformats.org/drawingml/2006/main" prst="rect">
            <a:avLst/>
          </a:prstGeom>
          <a:solidFill xmlns:a="http://schemas.openxmlformats.org/drawingml/2006/main">
            <a:srgbClr val="C9DDF2"/>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55912ECD-B541-40AA-8D45-7EAE2A5961E0}"/>
              </a:ext>
            </a:extLst>
          </p:cNvPr>
          <p:cNvSpPr>
            <a:spLocks xmlns:a="http://schemas.openxmlformats.org/drawingml/2006/main" noGrp="1"/>
          </p:cNvSpPr>
          <p:nvPr/>
        </p:nvSpPr>
        <p:spPr>
          <a:xfrm xmlns:a="http://schemas.openxmlformats.org/drawingml/2006/main">
            <a:off x="7924800" y="0"/>
            <a:ext cx="9525" cy="6858000"/>
          </a:xfrm>
          <a:prstGeom xmlns:a="http://schemas.openxmlformats.org/drawingml/2006/main" prst="rect">
            <a:avLst/>
          </a:prstGeom>
          <a:solidFill xmlns:a="http://schemas.openxmlformats.org/drawingml/2006/main">
            <a:srgbClr val="C9DDF2"/>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3BE8CD9A-E477-4C24-904A-7C7E41FD3865}"/>
              </a:ext>
            </a:extLst>
          </p:cNvPr>
          <p:cNvSpPr>
            <a:spLocks xmlns:a="http://schemas.openxmlformats.org/drawingml/2006/main" noGrp="1"/>
          </p:cNvSpPr>
          <p:nvPr/>
        </p:nvSpPr>
        <p:spPr>
          <a:xfrm xmlns:a="http://schemas.openxmlformats.org/drawingml/2006/main">
            <a:off x="8534400" y="0"/>
            <a:ext cx="9525" cy="6858000"/>
          </a:xfrm>
          <a:prstGeom xmlns:a="http://schemas.openxmlformats.org/drawingml/2006/main" prst="rect">
            <a:avLst/>
          </a:prstGeom>
          <a:solidFill xmlns:a="http://schemas.openxmlformats.org/drawingml/2006/main">
            <a:srgbClr val="C9DDF2"/>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092550C0-1AD7-4728-9A6E-B0320D209D0F}"/>
              </a:ext>
            </a:extLst>
          </p:cNvPr>
          <p:cNvSpPr>
            <a:spLocks xmlns:a="http://schemas.openxmlformats.org/drawingml/2006/main" noGrp="1"/>
          </p:cNvSpPr>
          <p:nvPr/>
        </p:nvSpPr>
        <p:spPr>
          <a:xfrm xmlns:a="http://schemas.openxmlformats.org/drawingml/2006/main">
            <a:off x="9144000" y="0"/>
            <a:ext cx="9525" cy="6858000"/>
          </a:xfrm>
          <a:prstGeom xmlns:a="http://schemas.openxmlformats.org/drawingml/2006/main" prst="rect">
            <a:avLst/>
          </a:prstGeom>
          <a:solidFill xmlns:a="http://schemas.openxmlformats.org/drawingml/2006/main">
            <a:srgbClr val="C9DDF2"/>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EA17D675-D628-4990-8313-E6DBB769AB74}"/>
              </a:ext>
            </a:extLst>
          </p:cNvPr>
          <p:cNvSpPr>
            <a:spLocks xmlns:a="http://schemas.openxmlformats.org/drawingml/2006/main" noGrp="1"/>
          </p:cNvSpPr>
          <p:nvPr/>
        </p:nvSpPr>
        <p:spPr>
          <a:xfrm xmlns:a="http://schemas.openxmlformats.org/drawingml/2006/main">
            <a:off x="9753600" y="0"/>
            <a:ext cx="9525" cy="6858000"/>
          </a:xfrm>
          <a:prstGeom xmlns:a="http://schemas.openxmlformats.org/drawingml/2006/main" prst="rect">
            <a:avLst/>
          </a:prstGeom>
          <a:solidFill xmlns:a="http://schemas.openxmlformats.org/drawingml/2006/main">
            <a:srgbClr val="C9DDF2"/>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1C8D6F77-26B0-4EBF-97EB-D90D4740C11B}"/>
              </a:ext>
            </a:extLst>
          </p:cNvPr>
          <p:cNvSpPr>
            <a:spLocks xmlns:a="http://schemas.openxmlformats.org/drawingml/2006/main" noGrp="1"/>
          </p:cNvSpPr>
          <p:nvPr/>
        </p:nvSpPr>
        <p:spPr>
          <a:xfrm xmlns:a="http://schemas.openxmlformats.org/drawingml/2006/main">
            <a:off x="10363200" y="0"/>
            <a:ext cx="9525" cy="6858000"/>
          </a:xfrm>
          <a:prstGeom xmlns:a="http://schemas.openxmlformats.org/drawingml/2006/main" prst="rect">
            <a:avLst/>
          </a:prstGeom>
          <a:solidFill xmlns:a="http://schemas.openxmlformats.org/drawingml/2006/main">
            <a:srgbClr val="C9DDF2"/>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1C9AC6E0-2545-48B5-99B2-C01A1A43EBF3}"/>
              </a:ext>
            </a:extLst>
          </p:cNvPr>
          <p:cNvSpPr>
            <a:spLocks xmlns:a="http://schemas.openxmlformats.org/drawingml/2006/main" noGrp="1"/>
          </p:cNvSpPr>
          <p:nvPr/>
        </p:nvSpPr>
        <p:spPr>
          <a:xfrm xmlns:a="http://schemas.openxmlformats.org/drawingml/2006/main">
            <a:off x="10972800" y="0"/>
            <a:ext cx="9525" cy="6858000"/>
          </a:xfrm>
          <a:prstGeom xmlns:a="http://schemas.openxmlformats.org/drawingml/2006/main" prst="rect">
            <a:avLst/>
          </a:prstGeom>
          <a:solidFill xmlns:a="http://schemas.openxmlformats.org/drawingml/2006/main">
            <a:srgbClr val="C9DDF2"/>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18225A32-ED2C-4848-96C0-38968BAC592D}"/>
              </a:ext>
            </a:extLst>
          </p:cNvPr>
          <p:cNvSpPr>
            <a:spLocks xmlns:a="http://schemas.openxmlformats.org/drawingml/2006/main" noGrp="1"/>
          </p:cNvSpPr>
          <p:nvPr/>
        </p:nvSpPr>
        <p:spPr>
          <a:xfrm xmlns:a="http://schemas.openxmlformats.org/drawingml/2006/main">
            <a:off x="11582400" y="0"/>
            <a:ext cx="9525" cy="6858000"/>
          </a:xfrm>
          <a:prstGeom xmlns:a="http://schemas.openxmlformats.org/drawingml/2006/main" prst="rect">
            <a:avLst/>
          </a:prstGeom>
          <a:solidFill xmlns:a="http://schemas.openxmlformats.org/drawingml/2006/main">
            <a:srgbClr val="C9DDF2"/>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BD0FD908-D878-4D1C-9185-70BC2D0EF59C}"/>
              </a:ext>
            </a:extLst>
          </p:cNvPr>
          <p:cNvSpPr>
            <a:spLocks xmlns:a="http://schemas.openxmlformats.org/drawingml/2006/main" noGrp="1"/>
          </p:cNvSpPr>
          <p:nvPr/>
        </p:nvSpPr>
        <p:spPr>
          <a:xfrm xmlns:a="http://schemas.openxmlformats.org/drawingml/2006/main">
            <a:off x="12192000" y="0"/>
            <a:ext cx="9525" cy="6858000"/>
          </a:xfrm>
          <a:prstGeom xmlns:a="http://schemas.openxmlformats.org/drawingml/2006/main" prst="rect">
            <a:avLst/>
          </a:prstGeom>
          <a:solidFill xmlns:a="http://schemas.openxmlformats.org/drawingml/2006/main">
            <a:srgbClr val="C9DDF2"/>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3D3BA352-F4BE-4689-A8E8-32270E31536A}"/>
              </a:ext>
            </a:extLst>
          </p:cNvPr>
          <p:cNvSpPr>
            <a:spLocks xmlns:a="http://schemas.openxmlformats.org/drawingml/2006/main" noGrp="1"/>
          </p:cNvSpPr>
          <p:nvPr/>
        </p:nvSpPr>
        <p:spPr>
          <a:xfrm xmlns:a="http://schemas.openxmlformats.org/drawingml/2006/main">
            <a:off x="0" y="0"/>
            <a:ext cx="12192000" cy="9525"/>
          </a:xfrm>
          <a:prstGeom xmlns:a="http://schemas.openxmlformats.org/drawingml/2006/main" prst="rect">
            <a:avLst/>
          </a:prstGeom>
          <a:solidFill xmlns:a="http://schemas.openxmlformats.org/drawingml/2006/main">
            <a:srgbClr val="C9DDF2"/>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0333CDDE-DECA-4F5F-B455-E6B2A423CC01}"/>
              </a:ext>
            </a:extLst>
          </p:cNvPr>
          <p:cNvSpPr>
            <a:spLocks xmlns:a="http://schemas.openxmlformats.org/drawingml/2006/main" noGrp="1"/>
          </p:cNvSpPr>
          <p:nvPr/>
        </p:nvSpPr>
        <p:spPr>
          <a:xfrm xmlns:a="http://schemas.openxmlformats.org/drawingml/2006/main">
            <a:off x="0" y="609600"/>
            <a:ext cx="12192000" cy="9525"/>
          </a:xfrm>
          <a:prstGeom xmlns:a="http://schemas.openxmlformats.org/drawingml/2006/main" prst="rect">
            <a:avLst/>
          </a:prstGeom>
          <a:solidFill xmlns:a="http://schemas.openxmlformats.org/drawingml/2006/main">
            <a:srgbClr val="C9DDF2"/>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DDA503DD-87E7-482B-A22E-981A4FED2360}"/>
              </a:ext>
            </a:extLst>
          </p:cNvPr>
          <p:cNvSpPr>
            <a:spLocks xmlns:a="http://schemas.openxmlformats.org/drawingml/2006/main" noGrp="1"/>
          </p:cNvSpPr>
          <p:nvPr/>
        </p:nvSpPr>
        <p:spPr>
          <a:xfrm xmlns:a="http://schemas.openxmlformats.org/drawingml/2006/main">
            <a:off x="0" y="1219200"/>
            <a:ext cx="12192000" cy="9525"/>
          </a:xfrm>
          <a:prstGeom xmlns:a="http://schemas.openxmlformats.org/drawingml/2006/main" prst="rect">
            <a:avLst/>
          </a:prstGeom>
          <a:solidFill xmlns:a="http://schemas.openxmlformats.org/drawingml/2006/main">
            <a:srgbClr val="C9DDF2"/>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B8FC8941-B406-4CBD-ADF3-43C377303C82}"/>
              </a:ext>
            </a:extLst>
          </p:cNvPr>
          <p:cNvSpPr>
            <a:spLocks xmlns:a="http://schemas.openxmlformats.org/drawingml/2006/main" noGrp="1"/>
          </p:cNvSpPr>
          <p:nvPr/>
        </p:nvSpPr>
        <p:spPr>
          <a:xfrm xmlns:a="http://schemas.openxmlformats.org/drawingml/2006/main">
            <a:off x="0" y="1828800"/>
            <a:ext cx="12192000" cy="9525"/>
          </a:xfrm>
          <a:prstGeom xmlns:a="http://schemas.openxmlformats.org/drawingml/2006/main" prst="rect">
            <a:avLst/>
          </a:prstGeom>
          <a:solidFill xmlns:a="http://schemas.openxmlformats.org/drawingml/2006/main">
            <a:srgbClr val="C9DDF2"/>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9CAA389E-8B9B-4903-9F85-946C5067C93E}"/>
              </a:ext>
            </a:extLst>
          </p:cNvPr>
          <p:cNvSpPr>
            <a:spLocks xmlns:a="http://schemas.openxmlformats.org/drawingml/2006/main" noGrp="1"/>
          </p:cNvSpPr>
          <p:nvPr/>
        </p:nvSpPr>
        <p:spPr>
          <a:xfrm xmlns:a="http://schemas.openxmlformats.org/drawingml/2006/main">
            <a:off x="0" y="2438400"/>
            <a:ext cx="12192000" cy="9525"/>
          </a:xfrm>
          <a:prstGeom xmlns:a="http://schemas.openxmlformats.org/drawingml/2006/main" prst="rect">
            <a:avLst/>
          </a:prstGeom>
          <a:solidFill xmlns:a="http://schemas.openxmlformats.org/drawingml/2006/main">
            <a:srgbClr val="C9DDF2"/>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05DB8BEF-1AEA-4C9E-9353-6030C0C8C595}"/>
              </a:ext>
            </a:extLst>
          </p:cNvPr>
          <p:cNvSpPr>
            <a:spLocks xmlns:a="http://schemas.openxmlformats.org/drawingml/2006/main" noGrp="1"/>
          </p:cNvSpPr>
          <p:nvPr/>
        </p:nvSpPr>
        <p:spPr>
          <a:xfrm xmlns:a="http://schemas.openxmlformats.org/drawingml/2006/main">
            <a:off x="0" y="3048000"/>
            <a:ext cx="12192000" cy="9525"/>
          </a:xfrm>
          <a:prstGeom xmlns:a="http://schemas.openxmlformats.org/drawingml/2006/main" prst="rect">
            <a:avLst/>
          </a:prstGeom>
          <a:solidFill xmlns:a="http://schemas.openxmlformats.org/drawingml/2006/main">
            <a:srgbClr val="C9DDF2"/>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0F8109F9-87FA-41C0-96EB-3D1A664A58A5}"/>
              </a:ext>
            </a:extLst>
          </p:cNvPr>
          <p:cNvSpPr>
            <a:spLocks xmlns:a="http://schemas.openxmlformats.org/drawingml/2006/main" noGrp="1"/>
          </p:cNvSpPr>
          <p:nvPr/>
        </p:nvSpPr>
        <p:spPr>
          <a:xfrm xmlns:a="http://schemas.openxmlformats.org/drawingml/2006/main">
            <a:off x="0" y="3657600"/>
            <a:ext cx="12192000" cy="9525"/>
          </a:xfrm>
          <a:prstGeom xmlns:a="http://schemas.openxmlformats.org/drawingml/2006/main" prst="rect">
            <a:avLst/>
          </a:prstGeom>
          <a:solidFill xmlns:a="http://schemas.openxmlformats.org/drawingml/2006/main">
            <a:srgbClr val="C9DDF2"/>
          </a:solidFill>
          <a:ln xmlns:a="http://schemas.openxmlformats.org/drawingml/2006/main" w="0">
            <a:noFill/>
            <a:prstDash val="solid"/>
          </a:ln>
        </p:spPr>
      </p:sp>
      <p:sp>
        <p:nvSpPr>
          <p:cNvPr id="29" name="">
            <a:extLst xmlns:a="http://schemas.openxmlformats.org/drawingml/2006/main">
              <a:ext uri="{FF2B5EF4-FFF2-40B4-BE49-F238E27FC236}">
                <a16:creationId xmlns:a16="http://schemas.microsoft.com/office/drawing/2014/main" id="{56B86309-75AB-4906-81E7-5ED802ED0E46}"/>
              </a:ext>
            </a:extLst>
          </p:cNvPr>
          <p:cNvSpPr>
            <a:spLocks xmlns:a="http://schemas.openxmlformats.org/drawingml/2006/main" noGrp="1"/>
          </p:cNvSpPr>
          <p:nvPr/>
        </p:nvSpPr>
        <p:spPr>
          <a:xfrm xmlns:a="http://schemas.openxmlformats.org/drawingml/2006/main">
            <a:off x="0" y="4267200"/>
            <a:ext cx="12192000" cy="9525"/>
          </a:xfrm>
          <a:prstGeom xmlns:a="http://schemas.openxmlformats.org/drawingml/2006/main" prst="rect">
            <a:avLst/>
          </a:prstGeom>
          <a:solidFill xmlns:a="http://schemas.openxmlformats.org/drawingml/2006/main">
            <a:srgbClr val="C9DDF2"/>
          </a:solidFill>
          <a:ln xmlns:a="http://schemas.openxmlformats.org/drawingml/2006/main" w="0">
            <a:noFill/>
            <a:prstDash val="solid"/>
          </a:ln>
        </p:spPr>
      </p:sp>
      <p:sp>
        <p:nvSpPr>
          <p:cNvPr id="30" name="">
            <a:extLst xmlns:a="http://schemas.openxmlformats.org/drawingml/2006/main">
              <a:ext uri="{FF2B5EF4-FFF2-40B4-BE49-F238E27FC236}">
                <a16:creationId xmlns:a16="http://schemas.microsoft.com/office/drawing/2014/main" id="{2F083B53-AC0D-4F55-AE87-7C67CCE0BB6F}"/>
              </a:ext>
            </a:extLst>
          </p:cNvPr>
          <p:cNvSpPr>
            <a:spLocks xmlns:a="http://schemas.openxmlformats.org/drawingml/2006/main" noGrp="1"/>
          </p:cNvSpPr>
          <p:nvPr/>
        </p:nvSpPr>
        <p:spPr>
          <a:xfrm xmlns:a="http://schemas.openxmlformats.org/drawingml/2006/main">
            <a:off x="0" y="4876800"/>
            <a:ext cx="12192000" cy="9525"/>
          </a:xfrm>
          <a:prstGeom xmlns:a="http://schemas.openxmlformats.org/drawingml/2006/main" prst="rect">
            <a:avLst/>
          </a:prstGeom>
          <a:solidFill xmlns:a="http://schemas.openxmlformats.org/drawingml/2006/main">
            <a:srgbClr val="C9DDF2"/>
          </a:solidFill>
          <a:ln xmlns:a="http://schemas.openxmlformats.org/drawingml/2006/main" w="0">
            <a:noFill/>
            <a:prstDash val="solid"/>
          </a:ln>
        </p:spPr>
      </p:sp>
      <p:sp>
        <p:nvSpPr>
          <p:cNvPr id="31" name="">
            <a:extLst xmlns:a="http://schemas.openxmlformats.org/drawingml/2006/main">
              <a:ext uri="{FF2B5EF4-FFF2-40B4-BE49-F238E27FC236}">
                <a16:creationId xmlns:a16="http://schemas.microsoft.com/office/drawing/2014/main" id="{B04EAE18-C952-4D30-91E4-8D87D015FB18}"/>
              </a:ext>
            </a:extLst>
          </p:cNvPr>
          <p:cNvSpPr>
            <a:spLocks xmlns:a="http://schemas.openxmlformats.org/drawingml/2006/main" noGrp="1"/>
          </p:cNvSpPr>
          <p:nvPr/>
        </p:nvSpPr>
        <p:spPr>
          <a:xfrm xmlns:a="http://schemas.openxmlformats.org/drawingml/2006/main">
            <a:off x="0" y="5486400"/>
            <a:ext cx="12192000" cy="9525"/>
          </a:xfrm>
          <a:prstGeom xmlns:a="http://schemas.openxmlformats.org/drawingml/2006/main" prst="rect">
            <a:avLst/>
          </a:prstGeom>
          <a:solidFill xmlns:a="http://schemas.openxmlformats.org/drawingml/2006/main">
            <a:srgbClr val="C9DDF2"/>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DE3B013E-BA00-46C8-AAF6-DF706F976018}"/>
              </a:ext>
            </a:extLst>
          </p:cNvPr>
          <p:cNvSpPr>
            <a:spLocks xmlns:a="http://schemas.openxmlformats.org/drawingml/2006/main" noGrp="1"/>
          </p:cNvSpPr>
          <p:nvPr/>
        </p:nvSpPr>
        <p:spPr>
          <a:xfrm xmlns:a="http://schemas.openxmlformats.org/drawingml/2006/main">
            <a:off x="0" y="6096000"/>
            <a:ext cx="12192000" cy="9525"/>
          </a:xfrm>
          <a:prstGeom xmlns:a="http://schemas.openxmlformats.org/drawingml/2006/main" prst="rect">
            <a:avLst/>
          </a:prstGeom>
          <a:solidFill xmlns:a="http://schemas.openxmlformats.org/drawingml/2006/main">
            <a:srgbClr val="C9DDF2"/>
          </a:solidFill>
          <a:ln xmlns:a="http://schemas.openxmlformats.org/drawingml/2006/main" w="0">
            <a:noFill/>
            <a:prstDash val="solid"/>
          </a:ln>
        </p:spPr>
      </p:sp>
      <p:sp>
        <p:nvSpPr>
          <p:cNvPr id="33" name="">
            <a:extLst xmlns:a="http://schemas.openxmlformats.org/drawingml/2006/main">
              <a:ext uri="{FF2B5EF4-FFF2-40B4-BE49-F238E27FC236}">
                <a16:creationId xmlns:a16="http://schemas.microsoft.com/office/drawing/2014/main" id="{7948E6F3-96B0-4232-BAAD-19B5005C189D}"/>
              </a:ext>
            </a:extLst>
          </p:cNvPr>
          <p:cNvSpPr>
            <a:spLocks xmlns:a="http://schemas.openxmlformats.org/drawingml/2006/main" noGrp="1"/>
          </p:cNvSpPr>
          <p:nvPr/>
        </p:nvSpPr>
        <p:spPr>
          <a:xfrm xmlns:a="http://schemas.openxmlformats.org/drawingml/2006/main">
            <a:off x="0" y="6705600"/>
            <a:ext cx="12192000" cy="9525"/>
          </a:xfrm>
          <a:prstGeom xmlns:a="http://schemas.openxmlformats.org/drawingml/2006/main" prst="rect">
            <a:avLst/>
          </a:prstGeom>
          <a:solidFill xmlns:a="http://schemas.openxmlformats.org/drawingml/2006/main">
            <a:srgbClr val="C9DDF2"/>
          </a:solidFill>
          <a:ln xmlns:a="http://schemas.openxmlformats.org/drawingml/2006/main" w="0">
            <a:noFill/>
            <a:prstDash val="solid"/>
          </a:ln>
        </p:spPr>
      </p:sp>
      <p:sp>
        <p:nvSpPr>
          <p:cNvPr id="34" name="">
            <a:extLst xmlns:a="http://schemas.openxmlformats.org/drawingml/2006/main">
              <a:ext uri="{FF2B5EF4-FFF2-40B4-BE49-F238E27FC236}">
                <a16:creationId xmlns:a16="http://schemas.microsoft.com/office/drawing/2014/main" id="{90ACD92B-3146-410B-B3E0-1DDD99ACEC04}"/>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79A817"/>
          </a:solidFill>
          <a:ln xmlns:a="http://schemas.openxmlformats.org/drawingml/2006/main" w="0">
            <a:noFill/>
            <a:prstDash val="solid"/>
          </a:ln>
        </p:spPr>
      </p:sp>
      <p:sp>
        <p:nvSpPr>
          <p:cNvPr id="35" name="">
            <a:extLst xmlns:a="http://schemas.openxmlformats.org/drawingml/2006/main">
              <a:ext uri="{FF2B5EF4-FFF2-40B4-BE49-F238E27FC236}">
                <a16:creationId xmlns:a16="http://schemas.microsoft.com/office/drawing/2014/main" id="{67DECCC3-DC63-48DC-8769-16D9C0063199}"/>
              </a:ext>
            </a:extLst>
          </p:cNvPr>
          <p:cNvSpPr>
            <a:spLocks xmlns:a="http://schemas.openxmlformats.org/drawingml/2006/main" noGrp="1"/>
          </p:cNvSpPr>
          <p:nvPr/>
        </p:nvSpPr>
        <p:spPr>
          <a:xfrm xmlns:a="http://schemas.openxmlformats.org/drawingml/2006/main">
            <a:off x="590550" y="552450"/>
            <a:ext cx="10477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250" b="1">
                <a:solidFill>
                  <a:srgbClr val="102A43"/>
                </a:solidFill>
              </a:defRPr>
            </a:pPr>
            <a:r>
              <a:rPr sz="2250" b="1">
                <a:solidFill>
                  <a:srgbClr val="102A43"/>
                </a:solidFill>
              </a:rPr>
              <a:t>CRTFE is the project name</a:t>
            </a:r>
          </a:p>
        </p:txBody>
      </p:sp>
      <p:sp>
        <p:nvSpPr>
          <p:cNvPr id="36" name="">
            <a:extLst xmlns:a="http://schemas.openxmlformats.org/drawingml/2006/main">
              <a:ext uri="{FF2B5EF4-FFF2-40B4-BE49-F238E27FC236}">
                <a16:creationId xmlns:a16="http://schemas.microsoft.com/office/drawing/2014/main" id="{522DF681-E600-446D-B0B2-7437358B38C2}"/>
              </a:ext>
            </a:extLst>
          </p:cNvPr>
          <p:cNvSpPr>
            <a:spLocks xmlns:a="http://schemas.openxmlformats.org/drawingml/2006/main" noGrp="1"/>
          </p:cNvSpPr>
          <p:nvPr/>
        </p:nvSpPr>
        <p:spPr>
          <a:xfrm xmlns:a="http://schemas.openxmlformats.org/drawingml/2006/main">
            <a:off x="590550" y="1190625"/>
            <a:ext cx="990600" cy="47625"/>
          </a:xfrm>
          <a:prstGeom xmlns:a="http://schemas.openxmlformats.org/drawingml/2006/main" prst="rect">
            <a:avLst/>
          </a:prstGeom>
          <a:solidFill xmlns:a="http://schemas.openxmlformats.org/drawingml/2006/main">
            <a:srgbClr val="79A817"/>
          </a:solidFill>
          <a:ln xmlns:a="http://schemas.openxmlformats.org/drawingml/2006/main" w="0">
            <a:noFill/>
            <a:prstDash val="solid"/>
          </a:ln>
        </p:spPr>
      </p:sp>
      <p:sp>
        <p:nvSpPr>
          <p:cNvPr id="37" name="">
            <a:extLst xmlns:a="http://schemas.openxmlformats.org/drawingml/2006/main">
              <a:ext uri="{FF2B5EF4-FFF2-40B4-BE49-F238E27FC236}">
                <a16:creationId xmlns:a16="http://schemas.microsoft.com/office/drawing/2014/main" id="{4F576E69-98BD-447C-82EC-DAEB42139B82}"/>
              </a:ext>
            </a:extLst>
          </p:cNvPr>
          <p:cNvSpPr>
            <a:spLocks xmlns:a="http://schemas.openxmlformats.org/drawingml/2006/main" noGrp="1"/>
          </p:cNvSpPr>
          <p:nvPr/>
        </p:nvSpPr>
        <p:spPr>
          <a:xfrm xmlns:a="http://schemas.openxmlformats.org/drawingml/2006/main">
            <a:off x="11144250" y="590550"/>
            <a:ext cx="47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1050" b="1">
                <a:solidFill>
                  <a:srgbClr val="526575"/>
                </a:solidFill>
              </a:defRPr>
            </a:pPr>
            <a:r>
              <a:rPr sz="1050" b="1">
                <a:solidFill>
                  <a:srgbClr val="526575"/>
                </a:solidFill>
              </a:rPr>
              <a:t>02</a:t>
            </a:r>
          </a:p>
        </p:txBody>
      </p:sp>
      <p:sp>
        <p:nvSpPr>
          <p:cNvPr id="38" name="">
            <a:extLst xmlns:a="http://schemas.openxmlformats.org/drawingml/2006/main">
              <a:ext uri="{FF2B5EF4-FFF2-40B4-BE49-F238E27FC236}">
                <a16:creationId xmlns:a16="http://schemas.microsoft.com/office/drawing/2014/main" id="{0BEBB5D7-089D-4136-BACE-084701ED600D}"/>
              </a:ext>
            </a:extLst>
          </p:cNvPr>
          <p:cNvSpPr>
            <a:spLocks xmlns:a="http://schemas.openxmlformats.org/drawingml/2006/main" noGrp="1"/>
          </p:cNvSpPr>
          <p:nvPr/>
        </p:nvSpPr>
        <p:spPr>
          <a:xfrm xmlns:a="http://schemas.openxmlformats.org/drawingml/2006/main">
            <a:off x="838200" y="1428750"/>
            <a:ext cx="4286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00" b="1">
                <a:solidFill>
                  <a:srgbClr val="526575"/>
                </a:solidFill>
              </a:defRPr>
            </a:pPr>
            <a:r>
              <a:rPr sz="1500" b="1">
                <a:solidFill>
                  <a:srgbClr val="526575"/>
                </a:solidFill>
              </a:rPr>
              <a:t>Controlled project name</a:t>
            </a:r>
          </a:p>
        </p:txBody>
      </p:sp>
      <p:sp>
        <p:nvSpPr>
          <p:cNvPr id="39" name="">
            <a:extLst xmlns:a="http://schemas.openxmlformats.org/drawingml/2006/main">
              <a:ext uri="{FF2B5EF4-FFF2-40B4-BE49-F238E27FC236}">
                <a16:creationId xmlns:a16="http://schemas.microsoft.com/office/drawing/2014/main" id="{63A51773-5406-4920-BF32-A9972CBA05BB}"/>
              </a:ext>
            </a:extLst>
          </p:cNvPr>
          <p:cNvSpPr>
            <a:spLocks xmlns:a="http://schemas.openxmlformats.org/drawingml/2006/main" noGrp="1"/>
          </p:cNvSpPr>
          <p:nvPr/>
        </p:nvSpPr>
        <p:spPr>
          <a:xfrm xmlns:a="http://schemas.openxmlformats.org/drawingml/2006/main">
            <a:off x="838200" y="1847850"/>
            <a:ext cx="4953000"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550" b="1">
                <a:solidFill>
                  <a:srgbClr val="1454A3"/>
                </a:solidFill>
              </a:defRPr>
            </a:pPr>
            <a:r>
              <a:rPr sz="2550" b="1">
                <a:solidFill>
                  <a:srgbClr val="1454A3"/>
                </a:solidFill>
              </a:rPr>
              <a:t>CRTFE Experimental Aerospace Research Project</a:t>
            </a:r>
          </a:p>
        </p:txBody>
      </p:sp>
      <p:sp>
        <p:nvSpPr>
          <p:cNvPr id="40" name="">
            <a:extLst xmlns:a="http://schemas.openxmlformats.org/drawingml/2006/main">
              <a:ext uri="{FF2B5EF4-FFF2-40B4-BE49-F238E27FC236}">
                <a16:creationId xmlns:a16="http://schemas.microsoft.com/office/drawing/2014/main" id="{917FD46B-AAEA-4FE7-B782-2BCE65A130A6}"/>
              </a:ext>
            </a:extLst>
          </p:cNvPr>
          <p:cNvSpPr>
            <a:spLocks xmlns:a="http://schemas.openxmlformats.org/drawingml/2006/main" noGrp="1"/>
          </p:cNvSpPr>
          <p:nvPr/>
        </p:nvSpPr>
        <p:spPr>
          <a:xfrm xmlns:a="http://schemas.openxmlformats.org/drawingml/2006/main">
            <a:off x="6381750" y="1619250"/>
            <a:ext cx="4762500" cy="1524000"/>
          </a:xfrm>
          <a:prstGeom xmlns:a="http://schemas.openxmlformats.org/drawingml/2006/main" prst="roundRect">
            <a:avLst>
              <a:gd name="adj" fmla="val 10000"/>
            </a:avLst>
          </a:prstGeom>
          <a:solidFill xmlns:a="http://schemas.openxmlformats.org/drawingml/2006/main">
            <a:srgbClr val="EAF3FC"/>
          </a:solidFill>
          <a:ln xmlns:a="http://schemas.openxmlformats.org/drawingml/2006/main" w="9525">
            <a:solidFill>
              <a:srgbClr val="1454A3"/>
            </a:solidFill>
            <a:prstDash val="solid"/>
          </a:ln>
        </p:spPr>
      </p:sp>
      <p:sp>
        <p:nvSpPr>
          <p:cNvPr id="41" name="">
            <a:extLst xmlns:a="http://schemas.openxmlformats.org/drawingml/2006/main">
              <a:ext uri="{FF2B5EF4-FFF2-40B4-BE49-F238E27FC236}">
                <a16:creationId xmlns:a16="http://schemas.microsoft.com/office/drawing/2014/main" id="{F1B97B84-B4B7-49ED-AB89-67D89C06C87F}"/>
              </a:ext>
            </a:extLst>
          </p:cNvPr>
          <p:cNvSpPr>
            <a:spLocks xmlns:a="http://schemas.openxmlformats.org/drawingml/2006/main" noGrp="1"/>
          </p:cNvSpPr>
          <p:nvPr/>
        </p:nvSpPr>
        <p:spPr>
          <a:xfrm xmlns:a="http://schemas.openxmlformats.org/drawingml/2006/main">
            <a:off x="6591300" y="1714500"/>
            <a:ext cx="4343400" cy="1333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2250" b="1">
                <a:solidFill>
                  <a:srgbClr val="1454A3"/>
                </a:solidFill>
              </a:defRPr>
            </a:pPr>
            <a:r>
              <a:rPr sz="2250" b="1">
                <a:solidFill>
                  <a:srgbClr val="1454A3"/>
                </a:solidFill>
              </a:rPr>
              <a:t>Plain English: Can electricity and magnets push moving air?</a:t>
            </a:r>
          </a:p>
        </p:txBody>
      </p:sp>
      <p:sp>
        <p:nvSpPr>
          <p:cNvPr id="42" name="">
            <a:extLst xmlns:a="http://schemas.openxmlformats.org/drawingml/2006/main">
              <a:ext uri="{FF2B5EF4-FFF2-40B4-BE49-F238E27FC236}">
                <a16:creationId xmlns:a16="http://schemas.microsoft.com/office/drawing/2014/main" id="{6420762E-30BD-4752-963A-28EDF3120025}"/>
              </a:ext>
            </a:extLst>
          </p:cNvPr>
          <p:cNvSpPr>
            <a:spLocks xmlns:a="http://schemas.openxmlformats.org/drawingml/2006/main" noGrp="1"/>
          </p:cNvSpPr>
          <p:nvPr/>
        </p:nvSpPr>
        <p:spPr>
          <a:xfrm xmlns:a="http://schemas.openxmlformats.org/drawingml/2006/main">
            <a:off x="838200" y="3714750"/>
            <a:ext cx="10287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00" b="0">
                <a:solidFill>
                  <a:srgbClr val="102A43"/>
                </a:solidFill>
              </a:defRPr>
            </a:pPr>
            <a:r>
              <a:rPr sz="1800" b="0">
                <a:solidFill>
                  <a:srgbClr val="102A43"/>
                </a:solidFill>
              </a:rPr>
              <a:t>The old files use both CRFTE and CRTFE. The full letter-by-letter meaning has not been approved, so we do not make one up.</a:t>
            </a:r>
          </a:p>
        </p:txBody>
      </p:sp>
      <p:sp>
        <p:nvSpPr>
          <p:cNvPr id="43" name="">
            <a:extLst xmlns:a="http://schemas.openxmlformats.org/drawingml/2006/main">
              <a:ext uri="{FF2B5EF4-FFF2-40B4-BE49-F238E27FC236}">
                <a16:creationId xmlns:a16="http://schemas.microsoft.com/office/drawing/2014/main" id="{EA32B0FF-AC40-4747-89DC-EBA7DF693947}"/>
              </a:ext>
            </a:extLst>
          </p:cNvPr>
          <p:cNvSpPr>
            <a:spLocks xmlns:a="http://schemas.openxmlformats.org/drawingml/2006/main" noGrp="1"/>
          </p:cNvSpPr>
          <p:nvPr/>
        </p:nvSpPr>
        <p:spPr>
          <a:xfrm xmlns:a="http://schemas.openxmlformats.org/drawingml/2006/main">
            <a:off x="609600" y="6419850"/>
            <a:ext cx="666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26575"/>
                </a:solidFill>
              </a:defRPr>
            </a:pPr>
            <a:r>
              <a:rPr sz="900" b="1">
                <a:solidFill>
                  <a:srgbClr val="526575"/>
                </a:solidFill>
              </a:rPr>
              <a:t>CRTFE P2  |  CONCEPT ONLY - NOT FLIGHT READY</a:t>
            </a:r>
          </a:p>
        </p:txBody>
      </p:sp>
      <p:sp>
        <p:nvSpPr>
          <p:cNvPr id="44" name="">
            <a:extLst xmlns:a="http://schemas.openxmlformats.org/drawingml/2006/main">
              <a:ext uri="{FF2B5EF4-FFF2-40B4-BE49-F238E27FC236}">
                <a16:creationId xmlns:a16="http://schemas.microsoft.com/office/drawing/2014/main" id="{F0114F70-FC00-421E-8C4F-A7589130B2C8}"/>
              </a:ext>
            </a:extLst>
          </p:cNvPr>
          <p:cNvSpPr>
            <a:spLocks xmlns:a="http://schemas.openxmlformats.org/drawingml/2006/main" noGrp="1"/>
          </p:cNvSpPr>
          <p:nvPr/>
        </p:nvSpPr>
        <p:spPr>
          <a:xfrm xmlns:a="http://schemas.openxmlformats.org/drawingml/2006/main">
            <a:off x="7810500" y="6419850"/>
            <a:ext cx="3771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900" b="0">
                <a:solidFill>
                  <a:srgbClr val="526575"/>
                </a:solidFill>
              </a:defRPr>
            </a:pPr>
            <a:r>
              <a:rPr sz="900" b="0">
                <a:solidFill>
                  <a:srgbClr val="526575"/>
                </a:solidFill>
              </a:rPr>
              <a:t>Dorian Martin-Smith  |  Lawton, Oklahoma</a:t>
            </a:r>
          </a:p>
        </p:txBody>
      </p:sp>
    </p:spTree>
    <p:extLst>
      <p:ext uri="{BB962C8B-B14F-4D97-AF65-F5344CB8AC3E}">
        <p14:creationId xmlns:p14="http://schemas.microsoft.com/office/powerpoint/2010/main" val="120725005"/>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9" name="">
            <a:extLst xmlns:a="http://schemas.openxmlformats.org/drawingml/2006/main">
              <a:ext uri="{FF2B5EF4-FFF2-40B4-BE49-F238E27FC236}">
                <a16:creationId xmlns:a16="http://schemas.microsoft.com/office/drawing/2014/main" id="{6436615F-D532-41AF-8B0C-94C8BB5DE13D}"/>
              </a:ext>
            </a:extLst>
          </p:cNvPr>
          <p:cNvSpPr>
            <a:spLocks xmlns:a="http://schemas.openxmlformats.org/drawingml/2006/main" noGrp="1"/>
          </p:cNvSpPr>
          <p:nvPr/>
        </p:nvSpPr>
        <p:spPr>
          <a:xfrm xmlns:a="http://schemas.openxmlformats.org/drawingml/2006/main">
            <a:off x="0" y="0"/>
            <a:ext cx="9525" cy="6858000"/>
          </a:xfrm>
          <a:prstGeom xmlns:a="http://schemas.openxmlformats.org/drawingml/2006/main" prst="rect">
            <a:avLst/>
          </a:prstGeom>
          <a:solidFill xmlns:a="http://schemas.openxmlformats.org/drawingml/2006/main">
            <a:srgbClr val="C9DDF2"/>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607D52AB-2F30-4F1F-A0B1-1A481E7A67B7}"/>
              </a:ext>
            </a:extLst>
          </p:cNvPr>
          <p:cNvSpPr>
            <a:spLocks xmlns:a="http://schemas.openxmlformats.org/drawingml/2006/main" noGrp="1"/>
          </p:cNvSpPr>
          <p:nvPr/>
        </p:nvSpPr>
        <p:spPr>
          <a:xfrm xmlns:a="http://schemas.openxmlformats.org/drawingml/2006/main">
            <a:off x="609600" y="0"/>
            <a:ext cx="9525" cy="6858000"/>
          </a:xfrm>
          <a:prstGeom xmlns:a="http://schemas.openxmlformats.org/drawingml/2006/main" prst="rect">
            <a:avLst/>
          </a:prstGeom>
          <a:solidFill xmlns:a="http://schemas.openxmlformats.org/drawingml/2006/main">
            <a:srgbClr val="C9DDF2"/>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5E0E1715-8A79-40CE-A9FF-73CA52D23CA9}"/>
              </a:ext>
            </a:extLst>
          </p:cNvPr>
          <p:cNvSpPr>
            <a:spLocks xmlns:a="http://schemas.openxmlformats.org/drawingml/2006/main" noGrp="1"/>
          </p:cNvSpPr>
          <p:nvPr/>
        </p:nvSpPr>
        <p:spPr>
          <a:xfrm xmlns:a="http://schemas.openxmlformats.org/drawingml/2006/main">
            <a:off x="1219200" y="0"/>
            <a:ext cx="9525" cy="6858000"/>
          </a:xfrm>
          <a:prstGeom xmlns:a="http://schemas.openxmlformats.org/drawingml/2006/main" prst="rect">
            <a:avLst/>
          </a:prstGeom>
          <a:solidFill xmlns:a="http://schemas.openxmlformats.org/drawingml/2006/main">
            <a:srgbClr val="C9DDF2"/>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51D62713-16E8-48EB-AF1C-E2C53757FEF4}"/>
              </a:ext>
            </a:extLst>
          </p:cNvPr>
          <p:cNvSpPr>
            <a:spLocks xmlns:a="http://schemas.openxmlformats.org/drawingml/2006/main" noGrp="1"/>
          </p:cNvSpPr>
          <p:nvPr/>
        </p:nvSpPr>
        <p:spPr>
          <a:xfrm xmlns:a="http://schemas.openxmlformats.org/drawingml/2006/main">
            <a:off x="1828800" y="0"/>
            <a:ext cx="9525" cy="6858000"/>
          </a:xfrm>
          <a:prstGeom xmlns:a="http://schemas.openxmlformats.org/drawingml/2006/main" prst="rect">
            <a:avLst/>
          </a:prstGeom>
          <a:solidFill xmlns:a="http://schemas.openxmlformats.org/drawingml/2006/main">
            <a:srgbClr val="C9DDF2"/>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DEF0B0C5-A6EC-471B-B174-77D03DA3CD36}"/>
              </a:ext>
            </a:extLst>
          </p:cNvPr>
          <p:cNvSpPr>
            <a:spLocks xmlns:a="http://schemas.openxmlformats.org/drawingml/2006/main" noGrp="1"/>
          </p:cNvSpPr>
          <p:nvPr/>
        </p:nvSpPr>
        <p:spPr>
          <a:xfrm xmlns:a="http://schemas.openxmlformats.org/drawingml/2006/main">
            <a:off x="2438400" y="0"/>
            <a:ext cx="9525" cy="6858000"/>
          </a:xfrm>
          <a:prstGeom xmlns:a="http://schemas.openxmlformats.org/drawingml/2006/main" prst="rect">
            <a:avLst/>
          </a:prstGeom>
          <a:solidFill xmlns:a="http://schemas.openxmlformats.org/drawingml/2006/main">
            <a:srgbClr val="C9DDF2"/>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68270EBE-C6B6-4C8A-91AD-A0EA250E12B2}"/>
              </a:ext>
            </a:extLst>
          </p:cNvPr>
          <p:cNvSpPr>
            <a:spLocks xmlns:a="http://schemas.openxmlformats.org/drawingml/2006/main" noGrp="1"/>
          </p:cNvSpPr>
          <p:nvPr/>
        </p:nvSpPr>
        <p:spPr>
          <a:xfrm xmlns:a="http://schemas.openxmlformats.org/drawingml/2006/main">
            <a:off x="3048000" y="0"/>
            <a:ext cx="9525" cy="6858000"/>
          </a:xfrm>
          <a:prstGeom xmlns:a="http://schemas.openxmlformats.org/drawingml/2006/main" prst="rect">
            <a:avLst/>
          </a:prstGeom>
          <a:solidFill xmlns:a="http://schemas.openxmlformats.org/drawingml/2006/main">
            <a:srgbClr val="C9DDF2"/>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DA2CE6E1-6878-433A-80FB-A2941600CCC3}"/>
              </a:ext>
            </a:extLst>
          </p:cNvPr>
          <p:cNvSpPr>
            <a:spLocks xmlns:a="http://schemas.openxmlformats.org/drawingml/2006/main" noGrp="1"/>
          </p:cNvSpPr>
          <p:nvPr/>
        </p:nvSpPr>
        <p:spPr>
          <a:xfrm xmlns:a="http://schemas.openxmlformats.org/drawingml/2006/main">
            <a:off x="3657600" y="0"/>
            <a:ext cx="9525" cy="6858000"/>
          </a:xfrm>
          <a:prstGeom xmlns:a="http://schemas.openxmlformats.org/drawingml/2006/main" prst="rect">
            <a:avLst/>
          </a:prstGeom>
          <a:solidFill xmlns:a="http://schemas.openxmlformats.org/drawingml/2006/main">
            <a:srgbClr val="C9DDF2"/>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0B083434-27CB-4AFD-B0A2-09B73A7CB09C}"/>
              </a:ext>
            </a:extLst>
          </p:cNvPr>
          <p:cNvSpPr>
            <a:spLocks xmlns:a="http://schemas.openxmlformats.org/drawingml/2006/main" noGrp="1"/>
          </p:cNvSpPr>
          <p:nvPr/>
        </p:nvSpPr>
        <p:spPr>
          <a:xfrm xmlns:a="http://schemas.openxmlformats.org/drawingml/2006/main">
            <a:off x="4267200" y="0"/>
            <a:ext cx="9525" cy="6858000"/>
          </a:xfrm>
          <a:prstGeom xmlns:a="http://schemas.openxmlformats.org/drawingml/2006/main" prst="rect">
            <a:avLst/>
          </a:prstGeom>
          <a:solidFill xmlns:a="http://schemas.openxmlformats.org/drawingml/2006/main">
            <a:srgbClr val="C9DDF2"/>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A58B0FA5-A272-4F70-BA2A-0467F26CC470}"/>
              </a:ext>
            </a:extLst>
          </p:cNvPr>
          <p:cNvSpPr>
            <a:spLocks xmlns:a="http://schemas.openxmlformats.org/drawingml/2006/main" noGrp="1"/>
          </p:cNvSpPr>
          <p:nvPr/>
        </p:nvSpPr>
        <p:spPr>
          <a:xfrm xmlns:a="http://schemas.openxmlformats.org/drawingml/2006/main">
            <a:off x="4876800" y="0"/>
            <a:ext cx="9525" cy="6858000"/>
          </a:xfrm>
          <a:prstGeom xmlns:a="http://schemas.openxmlformats.org/drawingml/2006/main" prst="rect">
            <a:avLst/>
          </a:prstGeom>
          <a:solidFill xmlns:a="http://schemas.openxmlformats.org/drawingml/2006/main">
            <a:srgbClr val="C9DDF2"/>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0A133DEB-44DD-4331-9D87-922F0D6FE9D0}"/>
              </a:ext>
            </a:extLst>
          </p:cNvPr>
          <p:cNvSpPr>
            <a:spLocks xmlns:a="http://schemas.openxmlformats.org/drawingml/2006/main" noGrp="1"/>
          </p:cNvSpPr>
          <p:nvPr/>
        </p:nvSpPr>
        <p:spPr>
          <a:xfrm xmlns:a="http://schemas.openxmlformats.org/drawingml/2006/main">
            <a:off x="5486400" y="0"/>
            <a:ext cx="9525" cy="6858000"/>
          </a:xfrm>
          <a:prstGeom xmlns:a="http://schemas.openxmlformats.org/drawingml/2006/main" prst="rect">
            <a:avLst/>
          </a:prstGeom>
          <a:solidFill xmlns:a="http://schemas.openxmlformats.org/drawingml/2006/main">
            <a:srgbClr val="C9DDF2"/>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A26967AC-442D-4FD2-B4A8-6D1089A238C4}"/>
              </a:ext>
            </a:extLst>
          </p:cNvPr>
          <p:cNvSpPr>
            <a:spLocks xmlns:a="http://schemas.openxmlformats.org/drawingml/2006/main" noGrp="1"/>
          </p:cNvSpPr>
          <p:nvPr/>
        </p:nvSpPr>
        <p:spPr>
          <a:xfrm xmlns:a="http://schemas.openxmlformats.org/drawingml/2006/main">
            <a:off x="6096000" y="0"/>
            <a:ext cx="9525" cy="6858000"/>
          </a:xfrm>
          <a:prstGeom xmlns:a="http://schemas.openxmlformats.org/drawingml/2006/main" prst="rect">
            <a:avLst/>
          </a:prstGeom>
          <a:solidFill xmlns:a="http://schemas.openxmlformats.org/drawingml/2006/main">
            <a:srgbClr val="C9DDF2"/>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836CDBF3-D01D-4936-8FC1-95A854505603}"/>
              </a:ext>
            </a:extLst>
          </p:cNvPr>
          <p:cNvSpPr>
            <a:spLocks xmlns:a="http://schemas.openxmlformats.org/drawingml/2006/main" noGrp="1"/>
          </p:cNvSpPr>
          <p:nvPr/>
        </p:nvSpPr>
        <p:spPr>
          <a:xfrm xmlns:a="http://schemas.openxmlformats.org/drawingml/2006/main">
            <a:off x="6705600" y="0"/>
            <a:ext cx="9525" cy="6858000"/>
          </a:xfrm>
          <a:prstGeom xmlns:a="http://schemas.openxmlformats.org/drawingml/2006/main" prst="rect">
            <a:avLst/>
          </a:prstGeom>
          <a:solidFill xmlns:a="http://schemas.openxmlformats.org/drawingml/2006/main">
            <a:srgbClr val="C9DDF2"/>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A84F93B1-F095-4738-9499-E7B6E69CADC7}"/>
              </a:ext>
            </a:extLst>
          </p:cNvPr>
          <p:cNvSpPr>
            <a:spLocks xmlns:a="http://schemas.openxmlformats.org/drawingml/2006/main" noGrp="1"/>
          </p:cNvSpPr>
          <p:nvPr/>
        </p:nvSpPr>
        <p:spPr>
          <a:xfrm xmlns:a="http://schemas.openxmlformats.org/drawingml/2006/main">
            <a:off x="7315200" y="0"/>
            <a:ext cx="9525" cy="6858000"/>
          </a:xfrm>
          <a:prstGeom xmlns:a="http://schemas.openxmlformats.org/drawingml/2006/main" prst="rect">
            <a:avLst/>
          </a:prstGeom>
          <a:solidFill xmlns:a="http://schemas.openxmlformats.org/drawingml/2006/main">
            <a:srgbClr val="C9DDF2"/>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23BDA96E-73DC-47E5-AF92-A01529A0FAC4}"/>
              </a:ext>
            </a:extLst>
          </p:cNvPr>
          <p:cNvSpPr>
            <a:spLocks xmlns:a="http://schemas.openxmlformats.org/drawingml/2006/main" noGrp="1"/>
          </p:cNvSpPr>
          <p:nvPr/>
        </p:nvSpPr>
        <p:spPr>
          <a:xfrm xmlns:a="http://schemas.openxmlformats.org/drawingml/2006/main">
            <a:off x="7924800" y="0"/>
            <a:ext cx="9525" cy="6858000"/>
          </a:xfrm>
          <a:prstGeom xmlns:a="http://schemas.openxmlformats.org/drawingml/2006/main" prst="rect">
            <a:avLst/>
          </a:prstGeom>
          <a:solidFill xmlns:a="http://schemas.openxmlformats.org/drawingml/2006/main">
            <a:srgbClr val="C9DDF2"/>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10347879-7F19-4AD5-8D40-D318F43576B5}"/>
              </a:ext>
            </a:extLst>
          </p:cNvPr>
          <p:cNvSpPr>
            <a:spLocks xmlns:a="http://schemas.openxmlformats.org/drawingml/2006/main" noGrp="1"/>
          </p:cNvSpPr>
          <p:nvPr/>
        </p:nvSpPr>
        <p:spPr>
          <a:xfrm xmlns:a="http://schemas.openxmlformats.org/drawingml/2006/main">
            <a:off x="8534400" y="0"/>
            <a:ext cx="9525" cy="6858000"/>
          </a:xfrm>
          <a:prstGeom xmlns:a="http://schemas.openxmlformats.org/drawingml/2006/main" prst="rect">
            <a:avLst/>
          </a:prstGeom>
          <a:solidFill xmlns:a="http://schemas.openxmlformats.org/drawingml/2006/main">
            <a:srgbClr val="C9DDF2"/>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853D6E8A-660C-4764-9DB4-627CFC1BA7DF}"/>
              </a:ext>
            </a:extLst>
          </p:cNvPr>
          <p:cNvSpPr>
            <a:spLocks xmlns:a="http://schemas.openxmlformats.org/drawingml/2006/main" noGrp="1"/>
          </p:cNvSpPr>
          <p:nvPr/>
        </p:nvSpPr>
        <p:spPr>
          <a:xfrm xmlns:a="http://schemas.openxmlformats.org/drawingml/2006/main">
            <a:off x="9144000" y="0"/>
            <a:ext cx="9525" cy="6858000"/>
          </a:xfrm>
          <a:prstGeom xmlns:a="http://schemas.openxmlformats.org/drawingml/2006/main" prst="rect">
            <a:avLst/>
          </a:prstGeom>
          <a:solidFill xmlns:a="http://schemas.openxmlformats.org/drawingml/2006/main">
            <a:srgbClr val="C9DDF2"/>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BB5A8E4B-E8D4-4833-B909-77952862BCFB}"/>
              </a:ext>
            </a:extLst>
          </p:cNvPr>
          <p:cNvSpPr>
            <a:spLocks xmlns:a="http://schemas.openxmlformats.org/drawingml/2006/main" noGrp="1"/>
          </p:cNvSpPr>
          <p:nvPr/>
        </p:nvSpPr>
        <p:spPr>
          <a:xfrm xmlns:a="http://schemas.openxmlformats.org/drawingml/2006/main">
            <a:off x="9753600" y="0"/>
            <a:ext cx="9525" cy="6858000"/>
          </a:xfrm>
          <a:prstGeom xmlns:a="http://schemas.openxmlformats.org/drawingml/2006/main" prst="rect">
            <a:avLst/>
          </a:prstGeom>
          <a:solidFill xmlns:a="http://schemas.openxmlformats.org/drawingml/2006/main">
            <a:srgbClr val="C9DDF2"/>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6AA37A63-BB6E-475E-B18B-7AAD2282449F}"/>
              </a:ext>
            </a:extLst>
          </p:cNvPr>
          <p:cNvSpPr>
            <a:spLocks xmlns:a="http://schemas.openxmlformats.org/drawingml/2006/main" noGrp="1"/>
          </p:cNvSpPr>
          <p:nvPr/>
        </p:nvSpPr>
        <p:spPr>
          <a:xfrm xmlns:a="http://schemas.openxmlformats.org/drawingml/2006/main">
            <a:off x="10363200" y="0"/>
            <a:ext cx="9525" cy="6858000"/>
          </a:xfrm>
          <a:prstGeom xmlns:a="http://schemas.openxmlformats.org/drawingml/2006/main" prst="rect">
            <a:avLst/>
          </a:prstGeom>
          <a:solidFill xmlns:a="http://schemas.openxmlformats.org/drawingml/2006/main">
            <a:srgbClr val="C9DDF2"/>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396A691B-4BFC-45B2-8EAF-BA6225498173}"/>
              </a:ext>
            </a:extLst>
          </p:cNvPr>
          <p:cNvSpPr>
            <a:spLocks xmlns:a="http://schemas.openxmlformats.org/drawingml/2006/main" noGrp="1"/>
          </p:cNvSpPr>
          <p:nvPr/>
        </p:nvSpPr>
        <p:spPr>
          <a:xfrm xmlns:a="http://schemas.openxmlformats.org/drawingml/2006/main">
            <a:off x="10972800" y="0"/>
            <a:ext cx="9525" cy="6858000"/>
          </a:xfrm>
          <a:prstGeom xmlns:a="http://schemas.openxmlformats.org/drawingml/2006/main" prst="rect">
            <a:avLst/>
          </a:prstGeom>
          <a:solidFill xmlns:a="http://schemas.openxmlformats.org/drawingml/2006/main">
            <a:srgbClr val="C9DDF2"/>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B58E91BC-DA42-4F19-BE67-68A094E3AAB3}"/>
              </a:ext>
            </a:extLst>
          </p:cNvPr>
          <p:cNvSpPr>
            <a:spLocks xmlns:a="http://schemas.openxmlformats.org/drawingml/2006/main" noGrp="1"/>
          </p:cNvSpPr>
          <p:nvPr/>
        </p:nvSpPr>
        <p:spPr>
          <a:xfrm xmlns:a="http://schemas.openxmlformats.org/drawingml/2006/main">
            <a:off x="11582400" y="0"/>
            <a:ext cx="9525" cy="6858000"/>
          </a:xfrm>
          <a:prstGeom xmlns:a="http://schemas.openxmlformats.org/drawingml/2006/main" prst="rect">
            <a:avLst/>
          </a:prstGeom>
          <a:solidFill xmlns:a="http://schemas.openxmlformats.org/drawingml/2006/main">
            <a:srgbClr val="C9DDF2"/>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90AE7623-1E85-4EBF-86E9-5E53DCE84CCC}"/>
              </a:ext>
            </a:extLst>
          </p:cNvPr>
          <p:cNvSpPr>
            <a:spLocks xmlns:a="http://schemas.openxmlformats.org/drawingml/2006/main" noGrp="1"/>
          </p:cNvSpPr>
          <p:nvPr/>
        </p:nvSpPr>
        <p:spPr>
          <a:xfrm xmlns:a="http://schemas.openxmlformats.org/drawingml/2006/main">
            <a:off x="12192000" y="0"/>
            <a:ext cx="9525" cy="6858000"/>
          </a:xfrm>
          <a:prstGeom xmlns:a="http://schemas.openxmlformats.org/drawingml/2006/main" prst="rect">
            <a:avLst/>
          </a:prstGeom>
          <a:solidFill xmlns:a="http://schemas.openxmlformats.org/drawingml/2006/main">
            <a:srgbClr val="C9DDF2"/>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71BF0268-127D-4627-90F5-F0CFF49899A9}"/>
              </a:ext>
            </a:extLst>
          </p:cNvPr>
          <p:cNvSpPr>
            <a:spLocks xmlns:a="http://schemas.openxmlformats.org/drawingml/2006/main" noGrp="1"/>
          </p:cNvSpPr>
          <p:nvPr/>
        </p:nvSpPr>
        <p:spPr>
          <a:xfrm xmlns:a="http://schemas.openxmlformats.org/drawingml/2006/main">
            <a:off x="0" y="0"/>
            <a:ext cx="12192000" cy="9525"/>
          </a:xfrm>
          <a:prstGeom xmlns:a="http://schemas.openxmlformats.org/drawingml/2006/main" prst="rect">
            <a:avLst/>
          </a:prstGeom>
          <a:solidFill xmlns:a="http://schemas.openxmlformats.org/drawingml/2006/main">
            <a:srgbClr val="C9DDF2"/>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EE592C98-D438-4820-82D6-67ADF9196B5A}"/>
              </a:ext>
            </a:extLst>
          </p:cNvPr>
          <p:cNvSpPr>
            <a:spLocks xmlns:a="http://schemas.openxmlformats.org/drawingml/2006/main" noGrp="1"/>
          </p:cNvSpPr>
          <p:nvPr/>
        </p:nvSpPr>
        <p:spPr>
          <a:xfrm xmlns:a="http://schemas.openxmlformats.org/drawingml/2006/main">
            <a:off x="0" y="609600"/>
            <a:ext cx="12192000" cy="9525"/>
          </a:xfrm>
          <a:prstGeom xmlns:a="http://schemas.openxmlformats.org/drawingml/2006/main" prst="rect">
            <a:avLst/>
          </a:prstGeom>
          <a:solidFill xmlns:a="http://schemas.openxmlformats.org/drawingml/2006/main">
            <a:srgbClr val="C9DDF2"/>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64D244E9-BE1D-4D5F-99C8-16D5F104FFED}"/>
              </a:ext>
            </a:extLst>
          </p:cNvPr>
          <p:cNvSpPr>
            <a:spLocks xmlns:a="http://schemas.openxmlformats.org/drawingml/2006/main" noGrp="1"/>
          </p:cNvSpPr>
          <p:nvPr/>
        </p:nvSpPr>
        <p:spPr>
          <a:xfrm xmlns:a="http://schemas.openxmlformats.org/drawingml/2006/main">
            <a:off x="0" y="1219200"/>
            <a:ext cx="12192000" cy="9525"/>
          </a:xfrm>
          <a:prstGeom xmlns:a="http://schemas.openxmlformats.org/drawingml/2006/main" prst="rect">
            <a:avLst/>
          </a:prstGeom>
          <a:solidFill xmlns:a="http://schemas.openxmlformats.org/drawingml/2006/main">
            <a:srgbClr val="C9DDF2"/>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373FF85A-37F5-42D2-8711-997968B3F9FD}"/>
              </a:ext>
            </a:extLst>
          </p:cNvPr>
          <p:cNvSpPr>
            <a:spLocks xmlns:a="http://schemas.openxmlformats.org/drawingml/2006/main" noGrp="1"/>
          </p:cNvSpPr>
          <p:nvPr/>
        </p:nvSpPr>
        <p:spPr>
          <a:xfrm xmlns:a="http://schemas.openxmlformats.org/drawingml/2006/main">
            <a:off x="0" y="1828800"/>
            <a:ext cx="12192000" cy="9525"/>
          </a:xfrm>
          <a:prstGeom xmlns:a="http://schemas.openxmlformats.org/drawingml/2006/main" prst="rect">
            <a:avLst/>
          </a:prstGeom>
          <a:solidFill xmlns:a="http://schemas.openxmlformats.org/drawingml/2006/main">
            <a:srgbClr val="C9DDF2"/>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0B015031-E0EA-4A1E-ABFE-C6893972E87D}"/>
              </a:ext>
            </a:extLst>
          </p:cNvPr>
          <p:cNvSpPr>
            <a:spLocks xmlns:a="http://schemas.openxmlformats.org/drawingml/2006/main" noGrp="1"/>
          </p:cNvSpPr>
          <p:nvPr/>
        </p:nvSpPr>
        <p:spPr>
          <a:xfrm xmlns:a="http://schemas.openxmlformats.org/drawingml/2006/main">
            <a:off x="0" y="2438400"/>
            <a:ext cx="12192000" cy="9525"/>
          </a:xfrm>
          <a:prstGeom xmlns:a="http://schemas.openxmlformats.org/drawingml/2006/main" prst="rect">
            <a:avLst/>
          </a:prstGeom>
          <a:solidFill xmlns:a="http://schemas.openxmlformats.org/drawingml/2006/main">
            <a:srgbClr val="C9DDF2"/>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79AB1E12-0A98-4762-A8BC-7E61F8C5BB32}"/>
              </a:ext>
            </a:extLst>
          </p:cNvPr>
          <p:cNvSpPr>
            <a:spLocks xmlns:a="http://schemas.openxmlformats.org/drawingml/2006/main" noGrp="1"/>
          </p:cNvSpPr>
          <p:nvPr/>
        </p:nvSpPr>
        <p:spPr>
          <a:xfrm xmlns:a="http://schemas.openxmlformats.org/drawingml/2006/main">
            <a:off x="0" y="3048000"/>
            <a:ext cx="12192000" cy="9525"/>
          </a:xfrm>
          <a:prstGeom xmlns:a="http://schemas.openxmlformats.org/drawingml/2006/main" prst="rect">
            <a:avLst/>
          </a:prstGeom>
          <a:solidFill xmlns:a="http://schemas.openxmlformats.org/drawingml/2006/main">
            <a:srgbClr val="C9DDF2"/>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70E2DAC1-6A67-4D1B-A644-2533820405EA}"/>
              </a:ext>
            </a:extLst>
          </p:cNvPr>
          <p:cNvSpPr>
            <a:spLocks xmlns:a="http://schemas.openxmlformats.org/drawingml/2006/main" noGrp="1"/>
          </p:cNvSpPr>
          <p:nvPr/>
        </p:nvSpPr>
        <p:spPr>
          <a:xfrm xmlns:a="http://schemas.openxmlformats.org/drawingml/2006/main">
            <a:off x="0" y="3657600"/>
            <a:ext cx="12192000" cy="9525"/>
          </a:xfrm>
          <a:prstGeom xmlns:a="http://schemas.openxmlformats.org/drawingml/2006/main" prst="rect">
            <a:avLst/>
          </a:prstGeom>
          <a:solidFill xmlns:a="http://schemas.openxmlformats.org/drawingml/2006/main">
            <a:srgbClr val="C9DDF2"/>
          </a:solidFill>
          <a:ln xmlns:a="http://schemas.openxmlformats.org/drawingml/2006/main" w="0">
            <a:noFill/>
            <a:prstDash val="solid"/>
          </a:ln>
        </p:spPr>
      </p:sp>
      <p:sp>
        <p:nvSpPr>
          <p:cNvPr id="29" name="">
            <a:extLst xmlns:a="http://schemas.openxmlformats.org/drawingml/2006/main">
              <a:ext uri="{FF2B5EF4-FFF2-40B4-BE49-F238E27FC236}">
                <a16:creationId xmlns:a16="http://schemas.microsoft.com/office/drawing/2014/main" id="{E6B5DD51-0433-48AA-B449-1EA275B8FA31}"/>
              </a:ext>
            </a:extLst>
          </p:cNvPr>
          <p:cNvSpPr>
            <a:spLocks xmlns:a="http://schemas.openxmlformats.org/drawingml/2006/main" noGrp="1"/>
          </p:cNvSpPr>
          <p:nvPr/>
        </p:nvSpPr>
        <p:spPr>
          <a:xfrm xmlns:a="http://schemas.openxmlformats.org/drawingml/2006/main">
            <a:off x="0" y="4267200"/>
            <a:ext cx="12192000" cy="9525"/>
          </a:xfrm>
          <a:prstGeom xmlns:a="http://schemas.openxmlformats.org/drawingml/2006/main" prst="rect">
            <a:avLst/>
          </a:prstGeom>
          <a:solidFill xmlns:a="http://schemas.openxmlformats.org/drawingml/2006/main">
            <a:srgbClr val="C9DDF2"/>
          </a:solidFill>
          <a:ln xmlns:a="http://schemas.openxmlformats.org/drawingml/2006/main" w="0">
            <a:noFill/>
            <a:prstDash val="solid"/>
          </a:ln>
        </p:spPr>
      </p:sp>
      <p:sp>
        <p:nvSpPr>
          <p:cNvPr id="30" name="">
            <a:extLst xmlns:a="http://schemas.openxmlformats.org/drawingml/2006/main">
              <a:ext uri="{FF2B5EF4-FFF2-40B4-BE49-F238E27FC236}">
                <a16:creationId xmlns:a16="http://schemas.microsoft.com/office/drawing/2014/main" id="{63BE630E-701D-405A-88C8-4B8690E7C3A9}"/>
              </a:ext>
            </a:extLst>
          </p:cNvPr>
          <p:cNvSpPr>
            <a:spLocks xmlns:a="http://schemas.openxmlformats.org/drawingml/2006/main" noGrp="1"/>
          </p:cNvSpPr>
          <p:nvPr/>
        </p:nvSpPr>
        <p:spPr>
          <a:xfrm xmlns:a="http://schemas.openxmlformats.org/drawingml/2006/main">
            <a:off x="0" y="4876800"/>
            <a:ext cx="12192000" cy="9525"/>
          </a:xfrm>
          <a:prstGeom xmlns:a="http://schemas.openxmlformats.org/drawingml/2006/main" prst="rect">
            <a:avLst/>
          </a:prstGeom>
          <a:solidFill xmlns:a="http://schemas.openxmlformats.org/drawingml/2006/main">
            <a:srgbClr val="C9DDF2"/>
          </a:solidFill>
          <a:ln xmlns:a="http://schemas.openxmlformats.org/drawingml/2006/main" w="0">
            <a:noFill/>
            <a:prstDash val="solid"/>
          </a:ln>
        </p:spPr>
      </p:sp>
      <p:sp>
        <p:nvSpPr>
          <p:cNvPr id="31" name="">
            <a:extLst xmlns:a="http://schemas.openxmlformats.org/drawingml/2006/main">
              <a:ext uri="{FF2B5EF4-FFF2-40B4-BE49-F238E27FC236}">
                <a16:creationId xmlns:a16="http://schemas.microsoft.com/office/drawing/2014/main" id="{7D632CB4-4725-4A4B-AFAE-EC7B498B0FED}"/>
              </a:ext>
            </a:extLst>
          </p:cNvPr>
          <p:cNvSpPr>
            <a:spLocks xmlns:a="http://schemas.openxmlformats.org/drawingml/2006/main" noGrp="1"/>
          </p:cNvSpPr>
          <p:nvPr/>
        </p:nvSpPr>
        <p:spPr>
          <a:xfrm xmlns:a="http://schemas.openxmlformats.org/drawingml/2006/main">
            <a:off x="0" y="5486400"/>
            <a:ext cx="12192000" cy="9525"/>
          </a:xfrm>
          <a:prstGeom xmlns:a="http://schemas.openxmlformats.org/drawingml/2006/main" prst="rect">
            <a:avLst/>
          </a:prstGeom>
          <a:solidFill xmlns:a="http://schemas.openxmlformats.org/drawingml/2006/main">
            <a:srgbClr val="C9DDF2"/>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15EB7167-B8E0-473C-B1EC-F92A8689772E}"/>
              </a:ext>
            </a:extLst>
          </p:cNvPr>
          <p:cNvSpPr>
            <a:spLocks xmlns:a="http://schemas.openxmlformats.org/drawingml/2006/main" noGrp="1"/>
          </p:cNvSpPr>
          <p:nvPr/>
        </p:nvSpPr>
        <p:spPr>
          <a:xfrm xmlns:a="http://schemas.openxmlformats.org/drawingml/2006/main">
            <a:off x="0" y="6096000"/>
            <a:ext cx="12192000" cy="9525"/>
          </a:xfrm>
          <a:prstGeom xmlns:a="http://schemas.openxmlformats.org/drawingml/2006/main" prst="rect">
            <a:avLst/>
          </a:prstGeom>
          <a:solidFill xmlns:a="http://schemas.openxmlformats.org/drawingml/2006/main">
            <a:srgbClr val="C9DDF2"/>
          </a:solidFill>
          <a:ln xmlns:a="http://schemas.openxmlformats.org/drawingml/2006/main" w="0">
            <a:noFill/>
            <a:prstDash val="solid"/>
          </a:ln>
        </p:spPr>
      </p:sp>
      <p:sp>
        <p:nvSpPr>
          <p:cNvPr id="33" name="">
            <a:extLst xmlns:a="http://schemas.openxmlformats.org/drawingml/2006/main">
              <a:ext uri="{FF2B5EF4-FFF2-40B4-BE49-F238E27FC236}">
                <a16:creationId xmlns:a16="http://schemas.microsoft.com/office/drawing/2014/main" id="{A10DE739-515F-417B-83EF-5F80072DF43F}"/>
              </a:ext>
            </a:extLst>
          </p:cNvPr>
          <p:cNvSpPr>
            <a:spLocks xmlns:a="http://schemas.openxmlformats.org/drawingml/2006/main" noGrp="1"/>
          </p:cNvSpPr>
          <p:nvPr/>
        </p:nvSpPr>
        <p:spPr>
          <a:xfrm xmlns:a="http://schemas.openxmlformats.org/drawingml/2006/main">
            <a:off x="0" y="6705600"/>
            <a:ext cx="12192000" cy="9525"/>
          </a:xfrm>
          <a:prstGeom xmlns:a="http://schemas.openxmlformats.org/drawingml/2006/main" prst="rect">
            <a:avLst/>
          </a:prstGeom>
          <a:solidFill xmlns:a="http://schemas.openxmlformats.org/drawingml/2006/main">
            <a:srgbClr val="C9DDF2"/>
          </a:solidFill>
          <a:ln xmlns:a="http://schemas.openxmlformats.org/drawingml/2006/main" w="0">
            <a:noFill/>
            <a:prstDash val="solid"/>
          </a:ln>
        </p:spPr>
      </p:sp>
      <p:sp>
        <p:nvSpPr>
          <p:cNvPr id="34" name="">
            <a:extLst xmlns:a="http://schemas.openxmlformats.org/drawingml/2006/main">
              <a:ext uri="{FF2B5EF4-FFF2-40B4-BE49-F238E27FC236}">
                <a16:creationId xmlns:a16="http://schemas.microsoft.com/office/drawing/2014/main" id="{37F7F439-AB73-4D6A-A2D0-2714BB01F38A}"/>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79A817"/>
          </a:solidFill>
          <a:ln xmlns:a="http://schemas.openxmlformats.org/drawingml/2006/main" w="0">
            <a:noFill/>
            <a:prstDash val="solid"/>
          </a:ln>
        </p:spPr>
      </p:sp>
      <p:sp>
        <p:nvSpPr>
          <p:cNvPr id="35" name="">
            <a:extLst xmlns:a="http://schemas.openxmlformats.org/drawingml/2006/main">
              <a:ext uri="{FF2B5EF4-FFF2-40B4-BE49-F238E27FC236}">
                <a16:creationId xmlns:a16="http://schemas.microsoft.com/office/drawing/2014/main" id="{6C745205-4094-492F-9519-D95E10D70092}"/>
              </a:ext>
            </a:extLst>
          </p:cNvPr>
          <p:cNvSpPr>
            <a:spLocks xmlns:a="http://schemas.openxmlformats.org/drawingml/2006/main" noGrp="1"/>
          </p:cNvSpPr>
          <p:nvPr/>
        </p:nvSpPr>
        <p:spPr>
          <a:xfrm xmlns:a="http://schemas.openxmlformats.org/drawingml/2006/main">
            <a:off x="590550" y="552450"/>
            <a:ext cx="10477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250" b="1">
                <a:solidFill>
                  <a:srgbClr val="102A43"/>
                </a:solidFill>
              </a:defRPr>
            </a:pPr>
            <a:r>
              <a:rPr sz="2250" b="1">
                <a:solidFill>
                  <a:srgbClr val="102A43"/>
                </a:solidFill>
              </a:rPr>
              <a:t>Big dream. Small next step.</a:t>
            </a:r>
          </a:p>
        </p:txBody>
      </p:sp>
      <p:sp>
        <p:nvSpPr>
          <p:cNvPr id="36" name="">
            <a:extLst xmlns:a="http://schemas.openxmlformats.org/drawingml/2006/main">
              <a:ext uri="{FF2B5EF4-FFF2-40B4-BE49-F238E27FC236}">
                <a16:creationId xmlns:a16="http://schemas.microsoft.com/office/drawing/2014/main" id="{F49A1F9B-56D7-4E28-B7DD-5EFB436AD53B}"/>
              </a:ext>
            </a:extLst>
          </p:cNvPr>
          <p:cNvSpPr>
            <a:spLocks xmlns:a="http://schemas.openxmlformats.org/drawingml/2006/main" noGrp="1"/>
          </p:cNvSpPr>
          <p:nvPr/>
        </p:nvSpPr>
        <p:spPr>
          <a:xfrm xmlns:a="http://schemas.openxmlformats.org/drawingml/2006/main">
            <a:off x="590550" y="1190625"/>
            <a:ext cx="990600" cy="47625"/>
          </a:xfrm>
          <a:prstGeom xmlns:a="http://schemas.openxmlformats.org/drawingml/2006/main" prst="rect">
            <a:avLst/>
          </a:prstGeom>
          <a:solidFill xmlns:a="http://schemas.openxmlformats.org/drawingml/2006/main">
            <a:srgbClr val="79A817"/>
          </a:solidFill>
          <a:ln xmlns:a="http://schemas.openxmlformats.org/drawingml/2006/main" w="0">
            <a:noFill/>
            <a:prstDash val="solid"/>
          </a:ln>
        </p:spPr>
      </p:sp>
      <p:sp>
        <p:nvSpPr>
          <p:cNvPr id="37" name="">
            <a:extLst xmlns:a="http://schemas.openxmlformats.org/drawingml/2006/main">
              <a:ext uri="{FF2B5EF4-FFF2-40B4-BE49-F238E27FC236}">
                <a16:creationId xmlns:a16="http://schemas.microsoft.com/office/drawing/2014/main" id="{C4DE0DAD-660E-46FA-9F57-27ECB4BD6908}"/>
              </a:ext>
            </a:extLst>
          </p:cNvPr>
          <p:cNvSpPr>
            <a:spLocks xmlns:a="http://schemas.openxmlformats.org/drawingml/2006/main" noGrp="1"/>
          </p:cNvSpPr>
          <p:nvPr/>
        </p:nvSpPr>
        <p:spPr>
          <a:xfrm xmlns:a="http://schemas.openxmlformats.org/drawingml/2006/main">
            <a:off x="11144250" y="590550"/>
            <a:ext cx="47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1050" b="1">
                <a:solidFill>
                  <a:srgbClr val="526575"/>
                </a:solidFill>
              </a:defRPr>
            </a:pPr>
            <a:r>
              <a:rPr sz="1050" b="1">
                <a:solidFill>
                  <a:srgbClr val="526575"/>
                </a:solidFill>
              </a:rPr>
              <a:t>03</a:t>
            </a:r>
          </a:p>
        </p:txBody>
      </p:sp>
      <p:sp>
        <p:nvSpPr>
          <p:cNvPr id="38" name="">
            <a:extLst xmlns:a="http://schemas.openxmlformats.org/drawingml/2006/main">
              <a:ext uri="{FF2B5EF4-FFF2-40B4-BE49-F238E27FC236}">
                <a16:creationId xmlns:a16="http://schemas.microsoft.com/office/drawing/2014/main" id="{AAE6EA24-9686-4920-9BC3-0E41CB449133}"/>
              </a:ext>
            </a:extLst>
          </p:cNvPr>
          <p:cNvSpPr>
            <a:spLocks xmlns:a="http://schemas.openxmlformats.org/drawingml/2006/main" noGrp="1"/>
          </p:cNvSpPr>
          <p:nvPr/>
        </p:nvSpPr>
        <p:spPr>
          <a:xfrm xmlns:a="http://schemas.openxmlformats.org/drawingml/2006/main">
            <a:off x="781050" y="1619250"/>
            <a:ext cx="2476500" cy="666750"/>
          </a:xfrm>
          <a:prstGeom xmlns:a="http://schemas.openxmlformats.org/drawingml/2006/main" prst="roundRect">
            <a:avLst>
              <a:gd name="adj" fmla="val 22857"/>
            </a:avLst>
          </a:prstGeom>
          <a:solidFill xmlns:a="http://schemas.openxmlformats.org/drawingml/2006/main">
            <a:srgbClr val="EAF3FC"/>
          </a:solidFill>
          <a:ln xmlns:a="http://schemas.openxmlformats.org/drawingml/2006/main" w="9525">
            <a:solidFill>
              <a:srgbClr val="1454A3"/>
            </a:solidFill>
            <a:prstDash val="solid"/>
          </a:ln>
        </p:spPr>
      </p:sp>
      <p:sp>
        <p:nvSpPr>
          <p:cNvPr id="39" name="">
            <a:extLst xmlns:a="http://schemas.openxmlformats.org/drawingml/2006/main">
              <a:ext uri="{FF2B5EF4-FFF2-40B4-BE49-F238E27FC236}">
                <a16:creationId xmlns:a16="http://schemas.microsoft.com/office/drawing/2014/main" id="{73524319-C0E8-4DC0-A80E-58BC83255DF2}"/>
              </a:ext>
            </a:extLst>
          </p:cNvPr>
          <p:cNvSpPr>
            <a:spLocks xmlns:a="http://schemas.openxmlformats.org/drawingml/2006/main" noGrp="1"/>
          </p:cNvSpPr>
          <p:nvPr/>
        </p:nvSpPr>
        <p:spPr>
          <a:xfrm xmlns:a="http://schemas.openxmlformats.org/drawingml/2006/main">
            <a:off x="990600" y="1714500"/>
            <a:ext cx="20574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800" b="1">
                <a:solidFill>
                  <a:srgbClr val="1454A3"/>
                </a:solidFill>
              </a:defRPr>
            </a:pPr>
            <a:r>
              <a:rPr sz="1800" b="1">
                <a:solidFill>
                  <a:srgbClr val="1454A3"/>
                </a:solidFill>
              </a:rPr>
              <a:t>ONE DAY</a:t>
            </a:r>
          </a:p>
        </p:txBody>
      </p:sp>
      <p:sp>
        <p:nvSpPr>
          <p:cNvPr id="40" name="">
            <a:extLst xmlns:a="http://schemas.openxmlformats.org/drawingml/2006/main">
              <a:ext uri="{FF2B5EF4-FFF2-40B4-BE49-F238E27FC236}">
                <a16:creationId xmlns:a16="http://schemas.microsoft.com/office/drawing/2014/main" id="{A805A5A1-A2B1-45F7-A12F-4B2225948076}"/>
              </a:ext>
            </a:extLst>
          </p:cNvPr>
          <p:cNvSpPr>
            <a:spLocks xmlns:a="http://schemas.openxmlformats.org/drawingml/2006/main" noGrp="1"/>
          </p:cNvSpPr>
          <p:nvPr/>
        </p:nvSpPr>
        <p:spPr>
          <a:xfrm xmlns:a="http://schemas.openxmlformats.org/drawingml/2006/main">
            <a:off x="781050" y="2457450"/>
            <a:ext cx="4191000"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100" b="1">
                <a:solidFill>
                  <a:srgbClr val="102A43"/>
                </a:solidFill>
              </a:defRPr>
            </a:pPr>
            <a:r>
              <a:rPr sz="2100" b="1">
                <a:solidFill>
                  <a:srgbClr val="102A43"/>
                </a:solidFill>
              </a:rPr>
              <a:t>Study a two-seat vehicle that may move air without normal propellers.</a:t>
            </a:r>
          </a:p>
        </p:txBody>
      </p:sp>
      <p:sp>
        <p:nvSpPr>
          <p:cNvPr id="41" name="">
            <a:extLst xmlns:a="http://schemas.openxmlformats.org/drawingml/2006/main">
              <a:ext uri="{FF2B5EF4-FFF2-40B4-BE49-F238E27FC236}">
                <a16:creationId xmlns:a16="http://schemas.microsoft.com/office/drawing/2014/main" id="{BAE7390C-82DA-4860-B638-CA966FA6C991}"/>
              </a:ext>
            </a:extLst>
          </p:cNvPr>
          <p:cNvSpPr>
            <a:spLocks xmlns:a="http://schemas.openxmlformats.org/drawingml/2006/main" noGrp="1"/>
          </p:cNvSpPr>
          <p:nvPr/>
        </p:nvSpPr>
        <p:spPr>
          <a:xfrm xmlns:a="http://schemas.openxmlformats.org/drawingml/2006/main">
            <a:off x="5391150" y="2381250"/>
            <a:ext cx="9525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4200" b="1">
                <a:solidFill>
                  <a:srgbClr val="79A817"/>
                </a:solidFill>
              </a:defRPr>
            </a:pPr>
            <a:r>
              <a:rPr sz="4200" b="1">
                <a:solidFill>
                  <a:srgbClr val="79A817"/>
                </a:solidFill>
              </a:rPr>
              <a:t>→</a:t>
            </a:r>
          </a:p>
        </p:txBody>
      </p:sp>
      <p:sp>
        <p:nvSpPr>
          <p:cNvPr id="42" name="">
            <a:extLst xmlns:a="http://schemas.openxmlformats.org/drawingml/2006/main">
              <a:ext uri="{FF2B5EF4-FFF2-40B4-BE49-F238E27FC236}">
                <a16:creationId xmlns:a16="http://schemas.microsoft.com/office/drawing/2014/main" id="{A2ABB452-E56F-407A-892E-26D97F2A231B}"/>
              </a:ext>
            </a:extLst>
          </p:cNvPr>
          <p:cNvSpPr>
            <a:spLocks xmlns:a="http://schemas.openxmlformats.org/drawingml/2006/main" noGrp="1"/>
          </p:cNvSpPr>
          <p:nvPr/>
        </p:nvSpPr>
        <p:spPr>
          <a:xfrm xmlns:a="http://schemas.openxmlformats.org/drawingml/2006/main">
            <a:off x="6724650" y="1619250"/>
            <a:ext cx="2476500" cy="666750"/>
          </a:xfrm>
          <a:prstGeom xmlns:a="http://schemas.openxmlformats.org/drawingml/2006/main" prst="roundRect">
            <a:avLst>
              <a:gd name="adj" fmla="val 22857"/>
            </a:avLst>
          </a:prstGeom>
          <a:solidFill xmlns:a="http://schemas.openxmlformats.org/drawingml/2006/main">
            <a:srgbClr val="EAF3D8"/>
          </a:solidFill>
          <a:ln xmlns:a="http://schemas.openxmlformats.org/drawingml/2006/main" w="9525">
            <a:solidFill>
              <a:srgbClr val="79A817"/>
            </a:solidFill>
            <a:prstDash val="solid"/>
          </a:ln>
        </p:spPr>
      </p:sp>
      <p:sp>
        <p:nvSpPr>
          <p:cNvPr id="43" name="">
            <a:extLst xmlns:a="http://schemas.openxmlformats.org/drawingml/2006/main">
              <a:ext uri="{FF2B5EF4-FFF2-40B4-BE49-F238E27FC236}">
                <a16:creationId xmlns:a16="http://schemas.microsoft.com/office/drawing/2014/main" id="{6C3B0B04-F4F1-4417-AD21-AA11D08ACFC8}"/>
              </a:ext>
            </a:extLst>
          </p:cNvPr>
          <p:cNvSpPr>
            <a:spLocks xmlns:a="http://schemas.openxmlformats.org/drawingml/2006/main" noGrp="1"/>
          </p:cNvSpPr>
          <p:nvPr/>
        </p:nvSpPr>
        <p:spPr>
          <a:xfrm xmlns:a="http://schemas.openxmlformats.org/drawingml/2006/main">
            <a:off x="6934200" y="1714500"/>
            <a:ext cx="20574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800" b="1">
                <a:solidFill>
                  <a:srgbClr val="79A817"/>
                </a:solidFill>
              </a:defRPr>
            </a:pPr>
            <a:r>
              <a:rPr sz="1800" b="1">
                <a:solidFill>
                  <a:srgbClr val="79A817"/>
                </a:solidFill>
              </a:rPr>
              <a:t>TODAY</a:t>
            </a:r>
          </a:p>
        </p:txBody>
      </p:sp>
      <p:sp>
        <p:nvSpPr>
          <p:cNvPr id="44" name="">
            <a:extLst xmlns:a="http://schemas.openxmlformats.org/drawingml/2006/main">
              <a:ext uri="{FF2B5EF4-FFF2-40B4-BE49-F238E27FC236}">
                <a16:creationId xmlns:a16="http://schemas.microsoft.com/office/drawing/2014/main" id="{5907924D-FD1D-4A25-B8C8-2FF81B3D0C39}"/>
              </a:ext>
            </a:extLst>
          </p:cNvPr>
          <p:cNvSpPr>
            <a:spLocks xmlns:a="http://schemas.openxmlformats.org/drawingml/2006/main" noGrp="1"/>
          </p:cNvSpPr>
          <p:nvPr/>
        </p:nvSpPr>
        <p:spPr>
          <a:xfrm xmlns:a="http://schemas.openxmlformats.org/drawingml/2006/main">
            <a:off x="6724650" y="2457450"/>
            <a:ext cx="4095750"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100" b="1">
                <a:solidFill>
                  <a:srgbClr val="102A43"/>
                </a:solidFill>
              </a:defRPr>
            </a:pPr>
            <a:r>
              <a:rPr sz="2100" b="1">
                <a:solidFill>
                  <a:srgbClr val="102A43"/>
                </a:solidFill>
              </a:rPr>
              <a:t>Build one small wind-tunnel test. Measure the facts. Stop if the facts say no.</a:t>
            </a:r>
          </a:p>
        </p:txBody>
      </p:sp>
      <p:sp>
        <p:nvSpPr>
          <p:cNvPr id="45" name="">
            <a:extLst xmlns:a="http://schemas.openxmlformats.org/drawingml/2006/main">
              <a:ext uri="{FF2B5EF4-FFF2-40B4-BE49-F238E27FC236}">
                <a16:creationId xmlns:a16="http://schemas.microsoft.com/office/drawing/2014/main" id="{EF115434-8B82-471F-922D-80F72ED4F3A9}"/>
              </a:ext>
            </a:extLst>
          </p:cNvPr>
          <p:cNvSpPr>
            <a:spLocks xmlns:a="http://schemas.openxmlformats.org/drawingml/2006/main" noGrp="1"/>
          </p:cNvSpPr>
          <p:nvPr/>
        </p:nvSpPr>
        <p:spPr>
          <a:xfrm xmlns:a="http://schemas.openxmlformats.org/drawingml/2006/main">
            <a:off x="2362200" y="4762500"/>
            <a:ext cx="7467600" cy="781050"/>
          </a:xfrm>
          <a:prstGeom xmlns:a="http://schemas.openxmlformats.org/drawingml/2006/main" prst="roundRect">
            <a:avLst>
              <a:gd name="adj" fmla="val 19512"/>
            </a:avLst>
          </a:prstGeom>
          <a:solidFill xmlns:a="http://schemas.openxmlformats.org/drawingml/2006/main">
            <a:srgbClr val="FAE9E7"/>
          </a:solidFill>
          <a:ln xmlns:a="http://schemas.openxmlformats.org/drawingml/2006/main" w="9525">
            <a:solidFill>
              <a:srgbClr val="B43B35"/>
            </a:solidFill>
            <a:prstDash val="solid"/>
          </a:ln>
        </p:spPr>
      </p:sp>
      <p:sp>
        <p:nvSpPr>
          <p:cNvPr id="46" name="">
            <a:extLst xmlns:a="http://schemas.openxmlformats.org/drawingml/2006/main">
              <a:ext uri="{FF2B5EF4-FFF2-40B4-BE49-F238E27FC236}">
                <a16:creationId xmlns:a16="http://schemas.microsoft.com/office/drawing/2014/main" id="{5433CB45-6C6D-4135-8A0C-85ED682BE0BE}"/>
              </a:ext>
            </a:extLst>
          </p:cNvPr>
          <p:cNvSpPr>
            <a:spLocks xmlns:a="http://schemas.openxmlformats.org/drawingml/2006/main" noGrp="1"/>
          </p:cNvSpPr>
          <p:nvPr/>
        </p:nvSpPr>
        <p:spPr>
          <a:xfrm xmlns:a="http://schemas.openxmlformats.org/drawingml/2006/main">
            <a:off x="2571750" y="4857750"/>
            <a:ext cx="70485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950" b="1">
                <a:solidFill>
                  <a:srgbClr val="B43B35"/>
                </a:solidFill>
              </a:defRPr>
            </a:pPr>
            <a:r>
              <a:rPr sz="1950" b="1">
                <a:solidFill>
                  <a:srgbClr val="B43B35"/>
                </a:solidFill>
              </a:rPr>
              <a:t>No crew. No flight. No complete aircraft.</a:t>
            </a:r>
          </a:p>
        </p:txBody>
      </p:sp>
      <p:sp>
        <p:nvSpPr>
          <p:cNvPr id="47" name="">
            <a:extLst xmlns:a="http://schemas.openxmlformats.org/drawingml/2006/main">
              <a:ext uri="{FF2B5EF4-FFF2-40B4-BE49-F238E27FC236}">
                <a16:creationId xmlns:a16="http://schemas.microsoft.com/office/drawing/2014/main" id="{FDFECDF4-EE46-4BC9-9F91-796402F91D15}"/>
              </a:ext>
            </a:extLst>
          </p:cNvPr>
          <p:cNvSpPr>
            <a:spLocks xmlns:a="http://schemas.openxmlformats.org/drawingml/2006/main" noGrp="1"/>
          </p:cNvSpPr>
          <p:nvPr/>
        </p:nvSpPr>
        <p:spPr>
          <a:xfrm xmlns:a="http://schemas.openxmlformats.org/drawingml/2006/main">
            <a:off x="609600" y="6419850"/>
            <a:ext cx="666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26575"/>
                </a:solidFill>
              </a:defRPr>
            </a:pPr>
            <a:r>
              <a:rPr sz="900" b="1">
                <a:solidFill>
                  <a:srgbClr val="526575"/>
                </a:solidFill>
              </a:rPr>
              <a:t>CRTFE P2  |  CONCEPT ONLY - NOT FLIGHT READY</a:t>
            </a:r>
          </a:p>
        </p:txBody>
      </p:sp>
      <p:sp>
        <p:nvSpPr>
          <p:cNvPr id="48" name="">
            <a:extLst xmlns:a="http://schemas.openxmlformats.org/drawingml/2006/main">
              <a:ext uri="{FF2B5EF4-FFF2-40B4-BE49-F238E27FC236}">
                <a16:creationId xmlns:a16="http://schemas.microsoft.com/office/drawing/2014/main" id="{E92AD1D6-DFCC-40CB-96D8-75F7B6479DF2}"/>
              </a:ext>
            </a:extLst>
          </p:cNvPr>
          <p:cNvSpPr>
            <a:spLocks xmlns:a="http://schemas.openxmlformats.org/drawingml/2006/main" noGrp="1"/>
          </p:cNvSpPr>
          <p:nvPr/>
        </p:nvSpPr>
        <p:spPr>
          <a:xfrm xmlns:a="http://schemas.openxmlformats.org/drawingml/2006/main">
            <a:off x="7810500" y="6419850"/>
            <a:ext cx="3771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900" b="0">
                <a:solidFill>
                  <a:srgbClr val="526575"/>
                </a:solidFill>
              </a:defRPr>
            </a:pPr>
            <a:r>
              <a:rPr sz="900" b="0">
                <a:solidFill>
                  <a:srgbClr val="526575"/>
                </a:solidFill>
              </a:rPr>
              <a:t>Dorian Martin-Smith  |  Lawton, Oklahoma</a:t>
            </a:r>
          </a:p>
        </p:txBody>
      </p:sp>
    </p:spTree>
    <p:extLst>
      <p:ext uri="{BB962C8B-B14F-4D97-AF65-F5344CB8AC3E}">
        <p14:creationId xmlns:p14="http://schemas.microsoft.com/office/powerpoint/2010/main" val="870778334"/>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1" name="">
            <a:extLst xmlns:a="http://schemas.openxmlformats.org/drawingml/2006/main">
              <a:ext uri="{FF2B5EF4-FFF2-40B4-BE49-F238E27FC236}">
                <a16:creationId xmlns:a16="http://schemas.microsoft.com/office/drawing/2014/main" id="{E5B73B37-6ED0-4C3F-816C-A1F83F0EEC77}"/>
              </a:ext>
            </a:extLst>
          </p:cNvPr>
          <p:cNvSpPr>
            <a:spLocks xmlns:a="http://schemas.openxmlformats.org/drawingml/2006/main" noGrp="1"/>
          </p:cNvSpPr>
          <p:nvPr/>
        </p:nvSpPr>
        <p:spPr>
          <a:xfrm xmlns:a="http://schemas.openxmlformats.org/drawingml/2006/main">
            <a:off x="0" y="0"/>
            <a:ext cx="9525" cy="6858000"/>
          </a:xfrm>
          <a:prstGeom xmlns:a="http://schemas.openxmlformats.org/drawingml/2006/main" prst="rect">
            <a:avLst/>
          </a:prstGeom>
          <a:solidFill xmlns:a="http://schemas.openxmlformats.org/drawingml/2006/main">
            <a:srgbClr val="C9DDF2"/>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D3327E9C-AEFE-48E2-B7AD-C64EF0CF529D}"/>
              </a:ext>
            </a:extLst>
          </p:cNvPr>
          <p:cNvSpPr>
            <a:spLocks xmlns:a="http://schemas.openxmlformats.org/drawingml/2006/main" noGrp="1"/>
          </p:cNvSpPr>
          <p:nvPr/>
        </p:nvSpPr>
        <p:spPr>
          <a:xfrm xmlns:a="http://schemas.openxmlformats.org/drawingml/2006/main">
            <a:off x="609600" y="0"/>
            <a:ext cx="9525" cy="6858000"/>
          </a:xfrm>
          <a:prstGeom xmlns:a="http://schemas.openxmlformats.org/drawingml/2006/main" prst="rect">
            <a:avLst/>
          </a:prstGeom>
          <a:solidFill xmlns:a="http://schemas.openxmlformats.org/drawingml/2006/main">
            <a:srgbClr val="C9DDF2"/>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8EA219A3-7C78-47B8-A9DC-46A8DE3419A2}"/>
              </a:ext>
            </a:extLst>
          </p:cNvPr>
          <p:cNvSpPr>
            <a:spLocks xmlns:a="http://schemas.openxmlformats.org/drawingml/2006/main" noGrp="1"/>
          </p:cNvSpPr>
          <p:nvPr/>
        </p:nvSpPr>
        <p:spPr>
          <a:xfrm xmlns:a="http://schemas.openxmlformats.org/drawingml/2006/main">
            <a:off x="1219200" y="0"/>
            <a:ext cx="9525" cy="6858000"/>
          </a:xfrm>
          <a:prstGeom xmlns:a="http://schemas.openxmlformats.org/drawingml/2006/main" prst="rect">
            <a:avLst/>
          </a:prstGeom>
          <a:solidFill xmlns:a="http://schemas.openxmlformats.org/drawingml/2006/main">
            <a:srgbClr val="C9DDF2"/>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EE91EA6C-066A-47AE-A60B-46512D3BD02A}"/>
              </a:ext>
            </a:extLst>
          </p:cNvPr>
          <p:cNvSpPr>
            <a:spLocks xmlns:a="http://schemas.openxmlformats.org/drawingml/2006/main" noGrp="1"/>
          </p:cNvSpPr>
          <p:nvPr/>
        </p:nvSpPr>
        <p:spPr>
          <a:xfrm xmlns:a="http://schemas.openxmlformats.org/drawingml/2006/main">
            <a:off x="1828800" y="0"/>
            <a:ext cx="9525" cy="6858000"/>
          </a:xfrm>
          <a:prstGeom xmlns:a="http://schemas.openxmlformats.org/drawingml/2006/main" prst="rect">
            <a:avLst/>
          </a:prstGeom>
          <a:solidFill xmlns:a="http://schemas.openxmlformats.org/drawingml/2006/main">
            <a:srgbClr val="C9DDF2"/>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A6AEB220-BD05-4DCE-8549-E3C56E0FBFD5}"/>
              </a:ext>
            </a:extLst>
          </p:cNvPr>
          <p:cNvSpPr>
            <a:spLocks xmlns:a="http://schemas.openxmlformats.org/drawingml/2006/main" noGrp="1"/>
          </p:cNvSpPr>
          <p:nvPr/>
        </p:nvSpPr>
        <p:spPr>
          <a:xfrm xmlns:a="http://schemas.openxmlformats.org/drawingml/2006/main">
            <a:off x="2438400" y="0"/>
            <a:ext cx="9525" cy="6858000"/>
          </a:xfrm>
          <a:prstGeom xmlns:a="http://schemas.openxmlformats.org/drawingml/2006/main" prst="rect">
            <a:avLst/>
          </a:prstGeom>
          <a:solidFill xmlns:a="http://schemas.openxmlformats.org/drawingml/2006/main">
            <a:srgbClr val="C9DDF2"/>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A1FD2852-951A-48E0-9306-CE3E85372C93}"/>
              </a:ext>
            </a:extLst>
          </p:cNvPr>
          <p:cNvSpPr>
            <a:spLocks xmlns:a="http://schemas.openxmlformats.org/drawingml/2006/main" noGrp="1"/>
          </p:cNvSpPr>
          <p:nvPr/>
        </p:nvSpPr>
        <p:spPr>
          <a:xfrm xmlns:a="http://schemas.openxmlformats.org/drawingml/2006/main">
            <a:off x="3048000" y="0"/>
            <a:ext cx="9525" cy="6858000"/>
          </a:xfrm>
          <a:prstGeom xmlns:a="http://schemas.openxmlformats.org/drawingml/2006/main" prst="rect">
            <a:avLst/>
          </a:prstGeom>
          <a:solidFill xmlns:a="http://schemas.openxmlformats.org/drawingml/2006/main">
            <a:srgbClr val="C9DDF2"/>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B0446B86-A3CD-4CE4-BA58-94E918EBDF4D}"/>
              </a:ext>
            </a:extLst>
          </p:cNvPr>
          <p:cNvSpPr>
            <a:spLocks xmlns:a="http://schemas.openxmlformats.org/drawingml/2006/main" noGrp="1"/>
          </p:cNvSpPr>
          <p:nvPr/>
        </p:nvSpPr>
        <p:spPr>
          <a:xfrm xmlns:a="http://schemas.openxmlformats.org/drawingml/2006/main">
            <a:off x="3657600" y="0"/>
            <a:ext cx="9525" cy="6858000"/>
          </a:xfrm>
          <a:prstGeom xmlns:a="http://schemas.openxmlformats.org/drawingml/2006/main" prst="rect">
            <a:avLst/>
          </a:prstGeom>
          <a:solidFill xmlns:a="http://schemas.openxmlformats.org/drawingml/2006/main">
            <a:srgbClr val="C9DDF2"/>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949AC4E0-A8B0-4317-9108-C7CF629C62F6}"/>
              </a:ext>
            </a:extLst>
          </p:cNvPr>
          <p:cNvSpPr>
            <a:spLocks xmlns:a="http://schemas.openxmlformats.org/drawingml/2006/main" noGrp="1"/>
          </p:cNvSpPr>
          <p:nvPr/>
        </p:nvSpPr>
        <p:spPr>
          <a:xfrm xmlns:a="http://schemas.openxmlformats.org/drawingml/2006/main">
            <a:off x="4267200" y="0"/>
            <a:ext cx="9525" cy="6858000"/>
          </a:xfrm>
          <a:prstGeom xmlns:a="http://schemas.openxmlformats.org/drawingml/2006/main" prst="rect">
            <a:avLst/>
          </a:prstGeom>
          <a:solidFill xmlns:a="http://schemas.openxmlformats.org/drawingml/2006/main">
            <a:srgbClr val="C9DDF2"/>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261659C5-26A2-44B3-85B0-73C5AF071804}"/>
              </a:ext>
            </a:extLst>
          </p:cNvPr>
          <p:cNvSpPr>
            <a:spLocks xmlns:a="http://schemas.openxmlformats.org/drawingml/2006/main" noGrp="1"/>
          </p:cNvSpPr>
          <p:nvPr/>
        </p:nvSpPr>
        <p:spPr>
          <a:xfrm xmlns:a="http://schemas.openxmlformats.org/drawingml/2006/main">
            <a:off x="4876800" y="0"/>
            <a:ext cx="9525" cy="6858000"/>
          </a:xfrm>
          <a:prstGeom xmlns:a="http://schemas.openxmlformats.org/drawingml/2006/main" prst="rect">
            <a:avLst/>
          </a:prstGeom>
          <a:solidFill xmlns:a="http://schemas.openxmlformats.org/drawingml/2006/main">
            <a:srgbClr val="C9DDF2"/>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A266AF5A-2A28-44D6-A129-4EE7D5023AD2}"/>
              </a:ext>
            </a:extLst>
          </p:cNvPr>
          <p:cNvSpPr>
            <a:spLocks xmlns:a="http://schemas.openxmlformats.org/drawingml/2006/main" noGrp="1"/>
          </p:cNvSpPr>
          <p:nvPr/>
        </p:nvSpPr>
        <p:spPr>
          <a:xfrm xmlns:a="http://schemas.openxmlformats.org/drawingml/2006/main">
            <a:off x="5486400" y="0"/>
            <a:ext cx="9525" cy="6858000"/>
          </a:xfrm>
          <a:prstGeom xmlns:a="http://schemas.openxmlformats.org/drawingml/2006/main" prst="rect">
            <a:avLst/>
          </a:prstGeom>
          <a:solidFill xmlns:a="http://schemas.openxmlformats.org/drawingml/2006/main">
            <a:srgbClr val="C9DDF2"/>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E084BD62-4DB0-4907-B61D-0342EC72B62C}"/>
              </a:ext>
            </a:extLst>
          </p:cNvPr>
          <p:cNvSpPr>
            <a:spLocks xmlns:a="http://schemas.openxmlformats.org/drawingml/2006/main" noGrp="1"/>
          </p:cNvSpPr>
          <p:nvPr/>
        </p:nvSpPr>
        <p:spPr>
          <a:xfrm xmlns:a="http://schemas.openxmlformats.org/drawingml/2006/main">
            <a:off x="6096000" y="0"/>
            <a:ext cx="9525" cy="6858000"/>
          </a:xfrm>
          <a:prstGeom xmlns:a="http://schemas.openxmlformats.org/drawingml/2006/main" prst="rect">
            <a:avLst/>
          </a:prstGeom>
          <a:solidFill xmlns:a="http://schemas.openxmlformats.org/drawingml/2006/main">
            <a:srgbClr val="C9DDF2"/>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DF897FD3-C772-496B-A348-666C6CB4B7CF}"/>
              </a:ext>
            </a:extLst>
          </p:cNvPr>
          <p:cNvSpPr>
            <a:spLocks xmlns:a="http://schemas.openxmlformats.org/drawingml/2006/main" noGrp="1"/>
          </p:cNvSpPr>
          <p:nvPr/>
        </p:nvSpPr>
        <p:spPr>
          <a:xfrm xmlns:a="http://schemas.openxmlformats.org/drawingml/2006/main">
            <a:off x="6705600" y="0"/>
            <a:ext cx="9525" cy="6858000"/>
          </a:xfrm>
          <a:prstGeom xmlns:a="http://schemas.openxmlformats.org/drawingml/2006/main" prst="rect">
            <a:avLst/>
          </a:prstGeom>
          <a:solidFill xmlns:a="http://schemas.openxmlformats.org/drawingml/2006/main">
            <a:srgbClr val="C9DDF2"/>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69A3F74E-145F-44E1-B98E-72557B649F29}"/>
              </a:ext>
            </a:extLst>
          </p:cNvPr>
          <p:cNvSpPr>
            <a:spLocks xmlns:a="http://schemas.openxmlformats.org/drawingml/2006/main" noGrp="1"/>
          </p:cNvSpPr>
          <p:nvPr/>
        </p:nvSpPr>
        <p:spPr>
          <a:xfrm xmlns:a="http://schemas.openxmlformats.org/drawingml/2006/main">
            <a:off x="7315200" y="0"/>
            <a:ext cx="9525" cy="6858000"/>
          </a:xfrm>
          <a:prstGeom xmlns:a="http://schemas.openxmlformats.org/drawingml/2006/main" prst="rect">
            <a:avLst/>
          </a:prstGeom>
          <a:solidFill xmlns:a="http://schemas.openxmlformats.org/drawingml/2006/main">
            <a:srgbClr val="C9DDF2"/>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7DA3C0C5-2A54-4231-9B3E-66772461F6B5}"/>
              </a:ext>
            </a:extLst>
          </p:cNvPr>
          <p:cNvSpPr>
            <a:spLocks xmlns:a="http://schemas.openxmlformats.org/drawingml/2006/main" noGrp="1"/>
          </p:cNvSpPr>
          <p:nvPr/>
        </p:nvSpPr>
        <p:spPr>
          <a:xfrm xmlns:a="http://schemas.openxmlformats.org/drawingml/2006/main">
            <a:off x="7924800" y="0"/>
            <a:ext cx="9525" cy="6858000"/>
          </a:xfrm>
          <a:prstGeom xmlns:a="http://schemas.openxmlformats.org/drawingml/2006/main" prst="rect">
            <a:avLst/>
          </a:prstGeom>
          <a:solidFill xmlns:a="http://schemas.openxmlformats.org/drawingml/2006/main">
            <a:srgbClr val="C9DDF2"/>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BD084B17-D13E-4B62-80AB-7FC678897478}"/>
              </a:ext>
            </a:extLst>
          </p:cNvPr>
          <p:cNvSpPr>
            <a:spLocks xmlns:a="http://schemas.openxmlformats.org/drawingml/2006/main" noGrp="1"/>
          </p:cNvSpPr>
          <p:nvPr/>
        </p:nvSpPr>
        <p:spPr>
          <a:xfrm xmlns:a="http://schemas.openxmlformats.org/drawingml/2006/main">
            <a:off x="8534400" y="0"/>
            <a:ext cx="9525" cy="6858000"/>
          </a:xfrm>
          <a:prstGeom xmlns:a="http://schemas.openxmlformats.org/drawingml/2006/main" prst="rect">
            <a:avLst/>
          </a:prstGeom>
          <a:solidFill xmlns:a="http://schemas.openxmlformats.org/drawingml/2006/main">
            <a:srgbClr val="C9DDF2"/>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2EC3EA59-9EF1-4B45-BB7F-CC09FB818F61}"/>
              </a:ext>
            </a:extLst>
          </p:cNvPr>
          <p:cNvSpPr>
            <a:spLocks xmlns:a="http://schemas.openxmlformats.org/drawingml/2006/main" noGrp="1"/>
          </p:cNvSpPr>
          <p:nvPr/>
        </p:nvSpPr>
        <p:spPr>
          <a:xfrm xmlns:a="http://schemas.openxmlformats.org/drawingml/2006/main">
            <a:off x="9144000" y="0"/>
            <a:ext cx="9525" cy="6858000"/>
          </a:xfrm>
          <a:prstGeom xmlns:a="http://schemas.openxmlformats.org/drawingml/2006/main" prst="rect">
            <a:avLst/>
          </a:prstGeom>
          <a:solidFill xmlns:a="http://schemas.openxmlformats.org/drawingml/2006/main">
            <a:srgbClr val="C9DDF2"/>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D8ED873B-60F1-4884-8DAE-21051D8D2CE2}"/>
              </a:ext>
            </a:extLst>
          </p:cNvPr>
          <p:cNvSpPr>
            <a:spLocks xmlns:a="http://schemas.openxmlformats.org/drawingml/2006/main" noGrp="1"/>
          </p:cNvSpPr>
          <p:nvPr/>
        </p:nvSpPr>
        <p:spPr>
          <a:xfrm xmlns:a="http://schemas.openxmlformats.org/drawingml/2006/main">
            <a:off x="9753600" y="0"/>
            <a:ext cx="9525" cy="6858000"/>
          </a:xfrm>
          <a:prstGeom xmlns:a="http://schemas.openxmlformats.org/drawingml/2006/main" prst="rect">
            <a:avLst/>
          </a:prstGeom>
          <a:solidFill xmlns:a="http://schemas.openxmlformats.org/drawingml/2006/main">
            <a:srgbClr val="C9DDF2"/>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11DA7CAF-F656-4E52-A0E0-6F509ECDCCC7}"/>
              </a:ext>
            </a:extLst>
          </p:cNvPr>
          <p:cNvSpPr>
            <a:spLocks xmlns:a="http://schemas.openxmlformats.org/drawingml/2006/main" noGrp="1"/>
          </p:cNvSpPr>
          <p:nvPr/>
        </p:nvSpPr>
        <p:spPr>
          <a:xfrm xmlns:a="http://schemas.openxmlformats.org/drawingml/2006/main">
            <a:off x="10363200" y="0"/>
            <a:ext cx="9525" cy="6858000"/>
          </a:xfrm>
          <a:prstGeom xmlns:a="http://schemas.openxmlformats.org/drawingml/2006/main" prst="rect">
            <a:avLst/>
          </a:prstGeom>
          <a:solidFill xmlns:a="http://schemas.openxmlformats.org/drawingml/2006/main">
            <a:srgbClr val="C9DDF2"/>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0BDC0FFC-C97A-4EB6-90C7-7525BFD94CA3}"/>
              </a:ext>
            </a:extLst>
          </p:cNvPr>
          <p:cNvSpPr>
            <a:spLocks xmlns:a="http://schemas.openxmlformats.org/drawingml/2006/main" noGrp="1"/>
          </p:cNvSpPr>
          <p:nvPr/>
        </p:nvSpPr>
        <p:spPr>
          <a:xfrm xmlns:a="http://schemas.openxmlformats.org/drawingml/2006/main">
            <a:off x="10972800" y="0"/>
            <a:ext cx="9525" cy="6858000"/>
          </a:xfrm>
          <a:prstGeom xmlns:a="http://schemas.openxmlformats.org/drawingml/2006/main" prst="rect">
            <a:avLst/>
          </a:prstGeom>
          <a:solidFill xmlns:a="http://schemas.openxmlformats.org/drawingml/2006/main">
            <a:srgbClr val="C9DDF2"/>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B7DD1114-FEEC-4BF1-962D-85501E62361C}"/>
              </a:ext>
            </a:extLst>
          </p:cNvPr>
          <p:cNvSpPr>
            <a:spLocks xmlns:a="http://schemas.openxmlformats.org/drawingml/2006/main" noGrp="1"/>
          </p:cNvSpPr>
          <p:nvPr/>
        </p:nvSpPr>
        <p:spPr>
          <a:xfrm xmlns:a="http://schemas.openxmlformats.org/drawingml/2006/main">
            <a:off x="11582400" y="0"/>
            <a:ext cx="9525" cy="6858000"/>
          </a:xfrm>
          <a:prstGeom xmlns:a="http://schemas.openxmlformats.org/drawingml/2006/main" prst="rect">
            <a:avLst/>
          </a:prstGeom>
          <a:solidFill xmlns:a="http://schemas.openxmlformats.org/drawingml/2006/main">
            <a:srgbClr val="C9DDF2"/>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B15940EE-E844-480A-839A-B46DC92D43FC}"/>
              </a:ext>
            </a:extLst>
          </p:cNvPr>
          <p:cNvSpPr>
            <a:spLocks xmlns:a="http://schemas.openxmlformats.org/drawingml/2006/main" noGrp="1"/>
          </p:cNvSpPr>
          <p:nvPr/>
        </p:nvSpPr>
        <p:spPr>
          <a:xfrm xmlns:a="http://schemas.openxmlformats.org/drawingml/2006/main">
            <a:off x="12192000" y="0"/>
            <a:ext cx="9525" cy="6858000"/>
          </a:xfrm>
          <a:prstGeom xmlns:a="http://schemas.openxmlformats.org/drawingml/2006/main" prst="rect">
            <a:avLst/>
          </a:prstGeom>
          <a:solidFill xmlns:a="http://schemas.openxmlformats.org/drawingml/2006/main">
            <a:srgbClr val="C9DDF2"/>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DAA32B24-F965-4700-8761-DCFB6525DAD7}"/>
              </a:ext>
            </a:extLst>
          </p:cNvPr>
          <p:cNvSpPr>
            <a:spLocks xmlns:a="http://schemas.openxmlformats.org/drawingml/2006/main" noGrp="1"/>
          </p:cNvSpPr>
          <p:nvPr/>
        </p:nvSpPr>
        <p:spPr>
          <a:xfrm xmlns:a="http://schemas.openxmlformats.org/drawingml/2006/main">
            <a:off x="0" y="0"/>
            <a:ext cx="12192000" cy="9525"/>
          </a:xfrm>
          <a:prstGeom xmlns:a="http://schemas.openxmlformats.org/drawingml/2006/main" prst="rect">
            <a:avLst/>
          </a:prstGeom>
          <a:solidFill xmlns:a="http://schemas.openxmlformats.org/drawingml/2006/main">
            <a:srgbClr val="C9DDF2"/>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55A7ECD2-3B8A-428A-BB53-DAAE7BC38B95}"/>
              </a:ext>
            </a:extLst>
          </p:cNvPr>
          <p:cNvSpPr>
            <a:spLocks xmlns:a="http://schemas.openxmlformats.org/drawingml/2006/main" noGrp="1"/>
          </p:cNvSpPr>
          <p:nvPr/>
        </p:nvSpPr>
        <p:spPr>
          <a:xfrm xmlns:a="http://schemas.openxmlformats.org/drawingml/2006/main">
            <a:off x="0" y="609600"/>
            <a:ext cx="12192000" cy="9525"/>
          </a:xfrm>
          <a:prstGeom xmlns:a="http://schemas.openxmlformats.org/drawingml/2006/main" prst="rect">
            <a:avLst/>
          </a:prstGeom>
          <a:solidFill xmlns:a="http://schemas.openxmlformats.org/drawingml/2006/main">
            <a:srgbClr val="C9DDF2"/>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1D49A060-E110-45C9-9403-76E5E53E946C}"/>
              </a:ext>
            </a:extLst>
          </p:cNvPr>
          <p:cNvSpPr>
            <a:spLocks xmlns:a="http://schemas.openxmlformats.org/drawingml/2006/main" noGrp="1"/>
          </p:cNvSpPr>
          <p:nvPr/>
        </p:nvSpPr>
        <p:spPr>
          <a:xfrm xmlns:a="http://schemas.openxmlformats.org/drawingml/2006/main">
            <a:off x="0" y="1219200"/>
            <a:ext cx="12192000" cy="9525"/>
          </a:xfrm>
          <a:prstGeom xmlns:a="http://schemas.openxmlformats.org/drawingml/2006/main" prst="rect">
            <a:avLst/>
          </a:prstGeom>
          <a:solidFill xmlns:a="http://schemas.openxmlformats.org/drawingml/2006/main">
            <a:srgbClr val="C9DDF2"/>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F2FB1874-2898-4713-B912-552F465D0363}"/>
              </a:ext>
            </a:extLst>
          </p:cNvPr>
          <p:cNvSpPr>
            <a:spLocks xmlns:a="http://schemas.openxmlformats.org/drawingml/2006/main" noGrp="1"/>
          </p:cNvSpPr>
          <p:nvPr/>
        </p:nvSpPr>
        <p:spPr>
          <a:xfrm xmlns:a="http://schemas.openxmlformats.org/drawingml/2006/main">
            <a:off x="0" y="1828800"/>
            <a:ext cx="12192000" cy="9525"/>
          </a:xfrm>
          <a:prstGeom xmlns:a="http://schemas.openxmlformats.org/drawingml/2006/main" prst="rect">
            <a:avLst/>
          </a:prstGeom>
          <a:solidFill xmlns:a="http://schemas.openxmlformats.org/drawingml/2006/main">
            <a:srgbClr val="C9DDF2"/>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BE61AC45-A71A-4F6D-BC2F-8737350A3942}"/>
              </a:ext>
            </a:extLst>
          </p:cNvPr>
          <p:cNvSpPr>
            <a:spLocks xmlns:a="http://schemas.openxmlformats.org/drawingml/2006/main" noGrp="1"/>
          </p:cNvSpPr>
          <p:nvPr/>
        </p:nvSpPr>
        <p:spPr>
          <a:xfrm xmlns:a="http://schemas.openxmlformats.org/drawingml/2006/main">
            <a:off x="0" y="2438400"/>
            <a:ext cx="12192000" cy="9525"/>
          </a:xfrm>
          <a:prstGeom xmlns:a="http://schemas.openxmlformats.org/drawingml/2006/main" prst="rect">
            <a:avLst/>
          </a:prstGeom>
          <a:solidFill xmlns:a="http://schemas.openxmlformats.org/drawingml/2006/main">
            <a:srgbClr val="C9DDF2"/>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CF0E42D4-CB1B-4DB1-8912-86C1EEEADF12}"/>
              </a:ext>
            </a:extLst>
          </p:cNvPr>
          <p:cNvSpPr>
            <a:spLocks xmlns:a="http://schemas.openxmlformats.org/drawingml/2006/main" noGrp="1"/>
          </p:cNvSpPr>
          <p:nvPr/>
        </p:nvSpPr>
        <p:spPr>
          <a:xfrm xmlns:a="http://schemas.openxmlformats.org/drawingml/2006/main">
            <a:off x="0" y="3048000"/>
            <a:ext cx="12192000" cy="9525"/>
          </a:xfrm>
          <a:prstGeom xmlns:a="http://schemas.openxmlformats.org/drawingml/2006/main" prst="rect">
            <a:avLst/>
          </a:prstGeom>
          <a:solidFill xmlns:a="http://schemas.openxmlformats.org/drawingml/2006/main">
            <a:srgbClr val="C9DDF2"/>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8D31258C-6439-4CD7-9B10-BD2C0A854A4F}"/>
              </a:ext>
            </a:extLst>
          </p:cNvPr>
          <p:cNvSpPr>
            <a:spLocks xmlns:a="http://schemas.openxmlformats.org/drawingml/2006/main" noGrp="1"/>
          </p:cNvSpPr>
          <p:nvPr/>
        </p:nvSpPr>
        <p:spPr>
          <a:xfrm xmlns:a="http://schemas.openxmlformats.org/drawingml/2006/main">
            <a:off x="0" y="3657600"/>
            <a:ext cx="12192000" cy="9525"/>
          </a:xfrm>
          <a:prstGeom xmlns:a="http://schemas.openxmlformats.org/drawingml/2006/main" prst="rect">
            <a:avLst/>
          </a:prstGeom>
          <a:solidFill xmlns:a="http://schemas.openxmlformats.org/drawingml/2006/main">
            <a:srgbClr val="C9DDF2"/>
          </a:solidFill>
          <a:ln xmlns:a="http://schemas.openxmlformats.org/drawingml/2006/main" w="0">
            <a:noFill/>
            <a:prstDash val="solid"/>
          </a:ln>
        </p:spPr>
      </p:sp>
      <p:sp>
        <p:nvSpPr>
          <p:cNvPr id="29" name="">
            <a:extLst xmlns:a="http://schemas.openxmlformats.org/drawingml/2006/main">
              <a:ext uri="{FF2B5EF4-FFF2-40B4-BE49-F238E27FC236}">
                <a16:creationId xmlns:a16="http://schemas.microsoft.com/office/drawing/2014/main" id="{6701E937-F35B-4C9F-8826-8811C4C3E3A8}"/>
              </a:ext>
            </a:extLst>
          </p:cNvPr>
          <p:cNvSpPr>
            <a:spLocks xmlns:a="http://schemas.openxmlformats.org/drawingml/2006/main" noGrp="1"/>
          </p:cNvSpPr>
          <p:nvPr/>
        </p:nvSpPr>
        <p:spPr>
          <a:xfrm xmlns:a="http://schemas.openxmlformats.org/drawingml/2006/main">
            <a:off x="0" y="4267200"/>
            <a:ext cx="12192000" cy="9525"/>
          </a:xfrm>
          <a:prstGeom xmlns:a="http://schemas.openxmlformats.org/drawingml/2006/main" prst="rect">
            <a:avLst/>
          </a:prstGeom>
          <a:solidFill xmlns:a="http://schemas.openxmlformats.org/drawingml/2006/main">
            <a:srgbClr val="C9DDF2"/>
          </a:solidFill>
          <a:ln xmlns:a="http://schemas.openxmlformats.org/drawingml/2006/main" w="0">
            <a:noFill/>
            <a:prstDash val="solid"/>
          </a:ln>
        </p:spPr>
      </p:sp>
      <p:sp>
        <p:nvSpPr>
          <p:cNvPr id="30" name="">
            <a:extLst xmlns:a="http://schemas.openxmlformats.org/drawingml/2006/main">
              <a:ext uri="{FF2B5EF4-FFF2-40B4-BE49-F238E27FC236}">
                <a16:creationId xmlns:a16="http://schemas.microsoft.com/office/drawing/2014/main" id="{A03E8ACA-5444-4CA1-A907-AE7741E0EDD1}"/>
              </a:ext>
            </a:extLst>
          </p:cNvPr>
          <p:cNvSpPr>
            <a:spLocks xmlns:a="http://schemas.openxmlformats.org/drawingml/2006/main" noGrp="1"/>
          </p:cNvSpPr>
          <p:nvPr/>
        </p:nvSpPr>
        <p:spPr>
          <a:xfrm xmlns:a="http://schemas.openxmlformats.org/drawingml/2006/main">
            <a:off x="0" y="4876800"/>
            <a:ext cx="12192000" cy="9525"/>
          </a:xfrm>
          <a:prstGeom xmlns:a="http://schemas.openxmlformats.org/drawingml/2006/main" prst="rect">
            <a:avLst/>
          </a:prstGeom>
          <a:solidFill xmlns:a="http://schemas.openxmlformats.org/drawingml/2006/main">
            <a:srgbClr val="C9DDF2"/>
          </a:solidFill>
          <a:ln xmlns:a="http://schemas.openxmlformats.org/drawingml/2006/main" w="0">
            <a:noFill/>
            <a:prstDash val="solid"/>
          </a:ln>
        </p:spPr>
      </p:sp>
      <p:sp>
        <p:nvSpPr>
          <p:cNvPr id="31" name="">
            <a:extLst xmlns:a="http://schemas.openxmlformats.org/drawingml/2006/main">
              <a:ext uri="{FF2B5EF4-FFF2-40B4-BE49-F238E27FC236}">
                <a16:creationId xmlns:a16="http://schemas.microsoft.com/office/drawing/2014/main" id="{4BF00734-E589-45E7-AAE4-807C6CB7D6B8}"/>
              </a:ext>
            </a:extLst>
          </p:cNvPr>
          <p:cNvSpPr>
            <a:spLocks xmlns:a="http://schemas.openxmlformats.org/drawingml/2006/main" noGrp="1"/>
          </p:cNvSpPr>
          <p:nvPr/>
        </p:nvSpPr>
        <p:spPr>
          <a:xfrm xmlns:a="http://schemas.openxmlformats.org/drawingml/2006/main">
            <a:off x="0" y="5486400"/>
            <a:ext cx="12192000" cy="9525"/>
          </a:xfrm>
          <a:prstGeom xmlns:a="http://schemas.openxmlformats.org/drawingml/2006/main" prst="rect">
            <a:avLst/>
          </a:prstGeom>
          <a:solidFill xmlns:a="http://schemas.openxmlformats.org/drawingml/2006/main">
            <a:srgbClr val="C9DDF2"/>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DC70B42D-11F5-4D2F-9D89-44B482A6C3B6}"/>
              </a:ext>
            </a:extLst>
          </p:cNvPr>
          <p:cNvSpPr>
            <a:spLocks xmlns:a="http://schemas.openxmlformats.org/drawingml/2006/main" noGrp="1"/>
          </p:cNvSpPr>
          <p:nvPr/>
        </p:nvSpPr>
        <p:spPr>
          <a:xfrm xmlns:a="http://schemas.openxmlformats.org/drawingml/2006/main">
            <a:off x="0" y="6096000"/>
            <a:ext cx="12192000" cy="9525"/>
          </a:xfrm>
          <a:prstGeom xmlns:a="http://schemas.openxmlformats.org/drawingml/2006/main" prst="rect">
            <a:avLst/>
          </a:prstGeom>
          <a:solidFill xmlns:a="http://schemas.openxmlformats.org/drawingml/2006/main">
            <a:srgbClr val="C9DDF2"/>
          </a:solidFill>
          <a:ln xmlns:a="http://schemas.openxmlformats.org/drawingml/2006/main" w="0">
            <a:noFill/>
            <a:prstDash val="solid"/>
          </a:ln>
        </p:spPr>
      </p:sp>
      <p:sp>
        <p:nvSpPr>
          <p:cNvPr id="33" name="">
            <a:extLst xmlns:a="http://schemas.openxmlformats.org/drawingml/2006/main">
              <a:ext uri="{FF2B5EF4-FFF2-40B4-BE49-F238E27FC236}">
                <a16:creationId xmlns:a16="http://schemas.microsoft.com/office/drawing/2014/main" id="{D16B8DD6-242F-475F-ADCB-52A1BEF1FFFD}"/>
              </a:ext>
            </a:extLst>
          </p:cNvPr>
          <p:cNvSpPr>
            <a:spLocks xmlns:a="http://schemas.openxmlformats.org/drawingml/2006/main" noGrp="1"/>
          </p:cNvSpPr>
          <p:nvPr/>
        </p:nvSpPr>
        <p:spPr>
          <a:xfrm xmlns:a="http://schemas.openxmlformats.org/drawingml/2006/main">
            <a:off x="0" y="6705600"/>
            <a:ext cx="12192000" cy="9525"/>
          </a:xfrm>
          <a:prstGeom xmlns:a="http://schemas.openxmlformats.org/drawingml/2006/main" prst="rect">
            <a:avLst/>
          </a:prstGeom>
          <a:solidFill xmlns:a="http://schemas.openxmlformats.org/drawingml/2006/main">
            <a:srgbClr val="C9DDF2"/>
          </a:solidFill>
          <a:ln xmlns:a="http://schemas.openxmlformats.org/drawingml/2006/main" w="0">
            <a:noFill/>
            <a:prstDash val="solid"/>
          </a:ln>
        </p:spPr>
      </p:sp>
      <p:sp>
        <p:nvSpPr>
          <p:cNvPr id="34" name="">
            <a:extLst xmlns:a="http://schemas.openxmlformats.org/drawingml/2006/main">
              <a:ext uri="{FF2B5EF4-FFF2-40B4-BE49-F238E27FC236}">
                <a16:creationId xmlns:a16="http://schemas.microsoft.com/office/drawing/2014/main" id="{DBB0011E-A2A5-4609-8682-7720E678AA00}"/>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79A817"/>
          </a:solidFill>
          <a:ln xmlns:a="http://schemas.openxmlformats.org/drawingml/2006/main" w="0">
            <a:noFill/>
            <a:prstDash val="solid"/>
          </a:ln>
        </p:spPr>
      </p:sp>
      <p:sp>
        <p:nvSpPr>
          <p:cNvPr id="35" name="">
            <a:extLst xmlns:a="http://schemas.openxmlformats.org/drawingml/2006/main">
              <a:ext uri="{FF2B5EF4-FFF2-40B4-BE49-F238E27FC236}">
                <a16:creationId xmlns:a16="http://schemas.microsoft.com/office/drawing/2014/main" id="{EE13AC33-CEF8-4850-8263-827314F6FC10}"/>
              </a:ext>
            </a:extLst>
          </p:cNvPr>
          <p:cNvSpPr>
            <a:spLocks xmlns:a="http://schemas.openxmlformats.org/drawingml/2006/main" noGrp="1"/>
          </p:cNvSpPr>
          <p:nvPr/>
        </p:nvSpPr>
        <p:spPr>
          <a:xfrm xmlns:a="http://schemas.openxmlformats.org/drawingml/2006/main">
            <a:off x="590550" y="552450"/>
            <a:ext cx="10477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250" b="1">
                <a:solidFill>
                  <a:srgbClr val="102A43"/>
                </a:solidFill>
              </a:defRPr>
            </a:pPr>
            <a:r>
              <a:rPr sz="2250" b="1">
                <a:solidFill>
                  <a:srgbClr val="102A43"/>
                </a:solidFill>
              </a:rPr>
              <a:t>Four simple steps</a:t>
            </a:r>
          </a:p>
        </p:txBody>
      </p:sp>
      <p:sp>
        <p:nvSpPr>
          <p:cNvPr id="36" name="">
            <a:extLst xmlns:a="http://schemas.openxmlformats.org/drawingml/2006/main">
              <a:ext uri="{FF2B5EF4-FFF2-40B4-BE49-F238E27FC236}">
                <a16:creationId xmlns:a16="http://schemas.microsoft.com/office/drawing/2014/main" id="{A6DEE8E8-D707-42BA-9F00-403F30BF4959}"/>
              </a:ext>
            </a:extLst>
          </p:cNvPr>
          <p:cNvSpPr>
            <a:spLocks xmlns:a="http://schemas.openxmlformats.org/drawingml/2006/main" noGrp="1"/>
          </p:cNvSpPr>
          <p:nvPr/>
        </p:nvSpPr>
        <p:spPr>
          <a:xfrm xmlns:a="http://schemas.openxmlformats.org/drawingml/2006/main">
            <a:off x="590550" y="1190625"/>
            <a:ext cx="990600" cy="47625"/>
          </a:xfrm>
          <a:prstGeom xmlns:a="http://schemas.openxmlformats.org/drawingml/2006/main" prst="rect">
            <a:avLst/>
          </a:prstGeom>
          <a:solidFill xmlns:a="http://schemas.openxmlformats.org/drawingml/2006/main">
            <a:srgbClr val="79A817"/>
          </a:solidFill>
          <a:ln xmlns:a="http://schemas.openxmlformats.org/drawingml/2006/main" w="0">
            <a:noFill/>
            <a:prstDash val="solid"/>
          </a:ln>
        </p:spPr>
      </p:sp>
      <p:sp>
        <p:nvSpPr>
          <p:cNvPr id="37" name="">
            <a:extLst xmlns:a="http://schemas.openxmlformats.org/drawingml/2006/main">
              <a:ext uri="{FF2B5EF4-FFF2-40B4-BE49-F238E27FC236}">
                <a16:creationId xmlns:a16="http://schemas.microsoft.com/office/drawing/2014/main" id="{636C2FA2-C6D2-4E56-BD48-19530F6B6B92}"/>
              </a:ext>
            </a:extLst>
          </p:cNvPr>
          <p:cNvSpPr>
            <a:spLocks xmlns:a="http://schemas.openxmlformats.org/drawingml/2006/main" noGrp="1"/>
          </p:cNvSpPr>
          <p:nvPr/>
        </p:nvSpPr>
        <p:spPr>
          <a:xfrm xmlns:a="http://schemas.openxmlformats.org/drawingml/2006/main">
            <a:off x="11144250" y="590550"/>
            <a:ext cx="47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1050" b="1">
                <a:solidFill>
                  <a:srgbClr val="526575"/>
                </a:solidFill>
              </a:defRPr>
            </a:pPr>
            <a:r>
              <a:rPr sz="1050" b="1">
                <a:solidFill>
                  <a:srgbClr val="526575"/>
                </a:solidFill>
              </a:rPr>
              <a:t>04</a:t>
            </a:r>
          </a:p>
        </p:txBody>
      </p:sp>
      <p:sp>
        <p:nvSpPr>
          <p:cNvPr id="38" name="">
            <a:extLst xmlns:a="http://schemas.openxmlformats.org/drawingml/2006/main">
              <a:ext uri="{FF2B5EF4-FFF2-40B4-BE49-F238E27FC236}">
                <a16:creationId xmlns:a16="http://schemas.microsoft.com/office/drawing/2014/main" id="{B064A96C-0D27-4F01-8C22-47B2DB36781C}"/>
              </a:ext>
            </a:extLst>
          </p:cNvPr>
          <p:cNvSpPr>
            <a:spLocks xmlns:a="http://schemas.openxmlformats.org/drawingml/2006/main" noGrp="1"/>
          </p:cNvSpPr>
          <p:nvPr/>
        </p:nvSpPr>
        <p:spPr>
          <a:xfrm xmlns:a="http://schemas.openxmlformats.org/drawingml/2006/main">
            <a:off x="2876550" y="2781300"/>
            <a:ext cx="6858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3150" b="1">
                <a:solidFill>
                  <a:srgbClr val="79A817"/>
                </a:solidFill>
              </a:defRPr>
            </a:pPr>
            <a:r>
              <a:rPr sz="3150" b="1">
                <a:solidFill>
                  <a:srgbClr val="79A817"/>
                </a:solidFill>
              </a:rPr>
              <a:t>→</a:t>
            </a:r>
          </a:p>
        </p:txBody>
      </p:sp>
      <p:sp>
        <p:nvSpPr>
          <p:cNvPr id="39" name="">
            <a:extLst xmlns:a="http://schemas.openxmlformats.org/drawingml/2006/main">
              <a:ext uri="{FF2B5EF4-FFF2-40B4-BE49-F238E27FC236}">
                <a16:creationId xmlns:a16="http://schemas.microsoft.com/office/drawing/2014/main" id="{BAAE8D6B-B103-4FB0-9DE4-2478A15147CA}"/>
              </a:ext>
            </a:extLst>
          </p:cNvPr>
          <p:cNvSpPr>
            <a:spLocks xmlns:a="http://schemas.openxmlformats.org/drawingml/2006/main" noGrp="1"/>
          </p:cNvSpPr>
          <p:nvPr/>
        </p:nvSpPr>
        <p:spPr>
          <a:xfrm xmlns:a="http://schemas.openxmlformats.org/drawingml/2006/main">
            <a:off x="5734050" y="2781300"/>
            <a:ext cx="6858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3150" b="1">
                <a:solidFill>
                  <a:srgbClr val="79A817"/>
                </a:solidFill>
              </a:defRPr>
            </a:pPr>
            <a:r>
              <a:rPr sz="3150" b="1">
                <a:solidFill>
                  <a:srgbClr val="79A817"/>
                </a:solidFill>
              </a:rPr>
              <a:t>→</a:t>
            </a:r>
          </a:p>
        </p:txBody>
      </p:sp>
      <p:sp>
        <p:nvSpPr>
          <p:cNvPr id="40" name="">
            <a:extLst xmlns:a="http://schemas.openxmlformats.org/drawingml/2006/main">
              <a:ext uri="{FF2B5EF4-FFF2-40B4-BE49-F238E27FC236}">
                <a16:creationId xmlns:a16="http://schemas.microsoft.com/office/drawing/2014/main" id="{9E43968F-E528-44A3-ADA1-229A0B7D19DC}"/>
              </a:ext>
            </a:extLst>
          </p:cNvPr>
          <p:cNvSpPr>
            <a:spLocks xmlns:a="http://schemas.openxmlformats.org/drawingml/2006/main" noGrp="1"/>
          </p:cNvSpPr>
          <p:nvPr/>
        </p:nvSpPr>
        <p:spPr>
          <a:xfrm xmlns:a="http://schemas.openxmlformats.org/drawingml/2006/main">
            <a:off x="8591550" y="2781300"/>
            <a:ext cx="6858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3150" b="1">
                <a:solidFill>
                  <a:srgbClr val="79A817"/>
                </a:solidFill>
              </a:defRPr>
            </a:pPr>
            <a:r>
              <a:rPr sz="3150" b="1">
                <a:solidFill>
                  <a:srgbClr val="79A817"/>
                </a:solidFill>
              </a:rPr>
              <a:t>→</a:t>
            </a:r>
          </a:p>
        </p:txBody>
      </p:sp>
      <p:sp>
        <p:nvSpPr>
          <p:cNvPr id="41" name="">
            <a:extLst xmlns:a="http://schemas.openxmlformats.org/drawingml/2006/main">
              <a:ext uri="{FF2B5EF4-FFF2-40B4-BE49-F238E27FC236}">
                <a16:creationId xmlns:a16="http://schemas.microsoft.com/office/drawing/2014/main" id="{87C64F11-C5AD-47BE-A486-4DA0E750E7D1}"/>
              </a:ext>
            </a:extLst>
          </p:cNvPr>
          <p:cNvSpPr>
            <a:spLocks xmlns:a="http://schemas.openxmlformats.org/drawingml/2006/main" noGrp="1"/>
          </p:cNvSpPr>
          <p:nvPr/>
        </p:nvSpPr>
        <p:spPr>
          <a:xfrm xmlns:a="http://schemas.openxmlformats.org/drawingml/2006/main">
            <a:off x="609600" y="1619250"/>
            <a:ext cx="2381250" cy="2952750"/>
          </a:xfrm>
          <a:prstGeom xmlns:a="http://schemas.openxmlformats.org/drawingml/2006/main" prst="roundRect">
            <a:avLst>
              <a:gd name="adj" fmla="val 8000"/>
            </a:avLst>
          </a:prstGeom>
          <a:solidFill xmlns:a="http://schemas.openxmlformats.org/drawingml/2006/main">
            <a:srgbClr val="FFFFFF"/>
          </a:solidFill>
          <a:ln xmlns:a="http://schemas.openxmlformats.org/drawingml/2006/main" w="9525">
            <a:solidFill>
              <a:srgbClr val="1454A3"/>
            </a:solidFill>
            <a:prstDash val="solid"/>
          </a:ln>
        </p:spPr>
      </p:sp>
      <p:sp>
        <p:nvSpPr>
          <p:cNvPr id="42" name="">
            <a:extLst xmlns:a="http://schemas.openxmlformats.org/drawingml/2006/main">
              <a:ext uri="{FF2B5EF4-FFF2-40B4-BE49-F238E27FC236}">
                <a16:creationId xmlns:a16="http://schemas.microsoft.com/office/drawing/2014/main" id="{FEE5476F-20A0-4233-8CDB-5BC74530529E}"/>
              </a:ext>
            </a:extLst>
          </p:cNvPr>
          <p:cNvSpPr>
            <a:spLocks xmlns:a="http://schemas.openxmlformats.org/drawingml/2006/main" noGrp="1"/>
          </p:cNvSpPr>
          <p:nvPr/>
        </p:nvSpPr>
        <p:spPr>
          <a:xfrm xmlns:a="http://schemas.openxmlformats.org/drawingml/2006/main">
            <a:off x="800100" y="1809750"/>
            <a:ext cx="4953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2550" b="1">
                <a:solidFill>
                  <a:srgbClr val="79A817"/>
                </a:solidFill>
              </a:defRPr>
            </a:pPr>
            <a:r>
              <a:rPr sz="2550" b="1">
                <a:solidFill>
                  <a:srgbClr val="79A817"/>
                </a:solidFill>
              </a:rPr>
              <a:t>1</a:t>
            </a:r>
          </a:p>
        </p:txBody>
      </p:sp>
      <p:sp>
        <p:nvSpPr>
          <p:cNvPr id="43" name="">
            <a:extLst xmlns:a="http://schemas.openxmlformats.org/drawingml/2006/main">
              <a:ext uri="{FF2B5EF4-FFF2-40B4-BE49-F238E27FC236}">
                <a16:creationId xmlns:a16="http://schemas.microsoft.com/office/drawing/2014/main" id="{DE143121-6B2E-4AF0-9238-83B2697AA010}"/>
              </a:ext>
            </a:extLst>
          </p:cNvPr>
          <p:cNvSpPr>
            <a:spLocks xmlns:a="http://schemas.openxmlformats.org/drawingml/2006/main" noGrp="1"/>
          </p:cNvSpPr>
          <p:nvPr/>
        </p:nvSpPr>
        <p:spPr>
          <a:xfrm xmlns:a="http://schemas.openxmlformats.org/drawingml/2006/main">
            <a:off x="857250" y="2381250"/>
            <a:ext cx="18859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2025" b="1">
                <a:solidFill>
                  <a:srgbClr val="1454A3"/>
                </a:solidFill>
              </a:defRPr>
            </a:pPr>
            <a:r>
              <a:rPr sz="2025" b="1">
                <a:solidFill>
                  <a:srgbClr val="1454A3"/>
                </a:solidFill>
              </a:rPr>
              <a:t>Air moves</a:t>
            </a:r>
          </a:p>
        </p:txBody>
      </p:sp>
      <p:sp>
        <p:nvSpPr>
          <p:cNvPr id="44" name="">
            <a:extLst xmlns:a="http://schemas.openxmlformats.org/drawingml/2006/main">
              <a:ext uri="{FF2B5EF4-FFF2-40B4-BE49-F238E27FC236}">
                <a16:creationId xmlns:a16="http://schemas.microsoft.com/office/drawing/2014/main" id="{ECC9C1FF-9A82-46A5-9041-D906A3133DCF}"/>
              </a:ext>
            </a:extLst>
          </p:cNvPr>
          <p:cNvSpPr>
            <a:spLocks xmlns:a="http://schemas.openxmlformats.org/drawingml/2006/main" noGrp="1"/>
          </p:cNvSpPr>
          <p:nvPr/>
        </p:nvSpPr>
        <p:spPr>
          <a:xfrm xmlns:a="http://schemas.openxmlformats.org/drawingml/2006/main">
            <a:off x="838200" y="3143250"/>
            <a:ext cx="19240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575" b="0">
                <a:solidFill>
                  <a:srgbClr val="102A43"/>
                </a:solidFill>
              </a:defRPr>
            </a:pPr>
            <a:r>
              <a:rPr sz="1575" b="0">
                <a:solidFill>
                  <a:srgbClr val="102A43"/>
                </a:solidFill>
              </a:rPr>
              <a:t>A blower sends air through a small tunnel.</a:t>
            </a:r>
          </a:p>
        </p:txBody>
      </p:sp>
      <p:sp>
        <p:nvSpPr>
          <p:cNvPr id="45" name="">
            <a:extLst xmlns:a="http://schemas.openxmlformats.org/drawingml/2006/main">
              <a:ext uri="{FF2B5EF4-FFF2-40B4-BE49-F238E27FC236}">
                <a16:creationId xmlns:a16="http://schemas.microsoft.com/office/drawing/2014/main" id="{8D9196DC-C1A5-4AD5-A545-0E0A6CF5EFB7}"/>
              </a:ext>
            </a:extLst>
          </p:cNvPr>
          <p:cNvSpPr>
            <a:spLocks xmlns:a="http://schemas.openxmlformats.org/drawingml/2006/main" noGrp="1"/>
          </p:cNvSpPr>
          <p:nvPr/>
        </p:nvSpPr>
        <p:spPr>
          <a:xfrm xmlns:a="http://schemas.openxmlformats.org/drawingml/2006/main">
            <a:off x="3467100" y="1619250"/>
            <a:ext cx="2381250" cy="2952750"/>
          </a:xfrm>
          <a:prstGeom xmlns:a="http://schemas.openxmlformats.org/drawingml/2006/main" prst="roundRect">
            <a:avLst>
              <a:gd name="adj" fmla="val 8000"/>
            </a:avLst>
          </a:prstGeom>
          <a:solidFill xmlns:a="http://schemas.openxmlformats.org/drawingml/2006/main">
            <a:srgbClr val="FFFFFF"/>
          </a:solidFill>
          <a:ln xmlns:a="http://schemas.openxmlformats.org/drawingml/2006/main" w="9525">
            <a:solidFill>
              <a:srgbClr val="1454A3"/>
            </a:solidFill>
            <a:prstDash val="solid"/>
          </a:ln>
        </p:spPr>
      </p:sp>
      <p:sp>
        <p:nvSpPr>
          <p:cNvPr id="46" name="">
            <a:extLst xmlns:a="http://schemas.openxmlformats.org/drawingml/2006/main">
              <a:ext uri="{FF2B5EF4-FFF2-40B4-BE49-F238E27FC236}">
                <a16:creationId xmlns:a16="http://schemas.microsoft.com/office/drawing/2014/main" id="{A0ABFCAD-1436-4FAA-B08B-C2E2157B8A3C}"/>
              </a:ext>
            </a:extLst>
          </p:cNvPr>
          <p:cNvSpPr>
            <a:spLocks xmlns:a="http://schemas.openxmlformats.org/drawingml/2006/main" noGrp="1"/>
          </p:cNvSpPr>
          <p:nvPr/>
        </p:nvSpPr>
        <p:spPr>
          <a:xfrm xmlns:a="http://schemas.openxmlformats.org/drawingml/2006/main">
            <a:off x="3657600" y="1809750"/>
            <a:ext cx="4953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2550" b="1">
                <a:solidFill>
                  <a:srgbClr val="79A817"/>
                </a:solidFill>
              </a:defRPr>
            </a:pPr>
            <a:r>
              <a:rPr sz="2550" b="1">
                <a:solidFill>
                  <a:srgbClr val="79A817"/>
                </a:solidFill>
              </a:rPr>
              <a:t>2</a:t>
            </a:r>
          </a:p>
        </p:txBody>
      </p:sp>
      <p:sp>
        <p:nvSpPr>
          <p:cNvPr id="47" name="">
            <a:extLst xmlns:a="http://schemas.openxmlformats.org/drawingml/2006/main">
              <a:ext uri="{FF2B5EF4-FFF2-40B4-BE49-F238E27FC236}">
                <a16:creationId xmlns:a16="http://schemas.microsoft.com/office/drawing/2014/main" id="{7238560F-A68A-47C8-B68F-DA18D0E40AE6}"/>
              </a:ext>
            </a:extLst>
          </p:cNvPr>
          <p:cNvSpPr>
            <a:spLocks xmlns:a="http://schemas.openxmlformats.org/drawingml/2006/main" noGrp="1"/>
          </p:cNvSpPr>
          <p:nvPr/>
        </p:nvSpPr>
        <p:spPr>
          <a:xfrm xmlns:a="http://schemas.openxmlformats.org/drawingml/2006/main">
            <a:off x="3714750" y="2381250"/>
            <a:ext cx="18859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2025" b="1">
                <a:solidFill>
                  <a:srgbClr val="1454A3"/>
                </a:solidFill>
              </a:defRPr>
            </a:pPr>
            <a:r>
              <a:rPr sz="2025" b="1">
                <a:solidFill>
                  <a:srgbClr val="1454A3"/>
                </a:solidFill>
              </a:rPr>
              <a:t>Air gets a charge</a:t>
            </a:r>
          </a:p>
        </p:txBody>
      </p:sp>
      <p:sp>
        <p:nvSpPr>
          <p:cNvPr id="48" name="">
            <a:extLst xmlns:a="http://schemas.openxmlformats.org/drawingml/2006/main">
              <a:ext uri="{FF2B5EF4-FFF2-40B4-BE49-F238E27FC236}">
                <a16:creationId xmlns:a16="http://schemas.microsoft.com/office/drawing/2014/main" id="{56667AFD-565E-4DD9-86AC-7DA4EC0E8169}"/>
              </a:ext>
            </a:extLst>
          </p:cNvPr>
          <p:cNvSpPr>
            <a:spLocks xmlns:a="http://schemas.openxmlformats.org/drawingml/2006/main" noGrp="1"/>
          </p:cNvSpPr>
          <p:nvPr/>
        </p:nvSpPr>
        <p:spPr>
          <a:xfrm xmlns:a="http://schemas.openxmlformats.org/drawingml/2006/main">
            <a:off x="3695700" y="3143250"/>
            <a:ext cx="19240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575" b="0">
                <a:solidFill>
                  <a:srgbClr val="102A43"/>
                </a:solidFill>
              </a:defRPr>
            </a:pPr>
            <a:r>
              <a:rPr sz="1575" b="0">
                <a:solidFill>
                  <a:srgbClr val="102A43"/>
                </a:solidFill>
              </a:rPr>
              <a:t>A closed lab tool adds electrical energy.</a:t>
            </a:r>
          </a:p>
        </p:txBody>
      </p:sp>
      <p:sp>
        <p:nvSpPr>
          <p:cNvPr id="49" name="">
            <a:extLst xmlns:a="http://schemas.openxmlformats.org/drawingml/2006/main">
              <a:ext uri="{FF2B5EF4-FFF2-40B4-BE49-F238E27FC236}">
                <a16:creationId xmlns:a16="http://schemas.microsoft.com/office/drawing/2014/main" id="{B6D30567-D067-4B59-82DA-FB98F9AA833D}"/>
              </a:ext>
            </a:extLst>
          </p:cNvPr>
          <p:cNvSpPr>
            <a:spLocks xmlns:a="http://schemas.openxmlformats.org/drawingml/2006/main" noGrp="1"/>
          </p:cNvSpPr>
          <p:nvPr/>
        </p:nvSpPr>
        <p:spPr>
          <a:xfrm xmlns:a="http://schemas.openxmlformats.org/drawingml/2006/main">
            <a:off x="6324600" y="1619250"/>
            <a:ext cx="2381250" cy="2952750"/>
          </a:xfrm>
          <a:prstGeom xmlns:a="http://schemas.openxmlformats.org/drawingml/2006/main" prst="roundRect">
            <a:avLst>
              <a:gd name="adj" fmla="val 8000"/>
            </a:avLst>
          </a:prstGeom>
          <a:solidFill xmlns:a="http://schemas.openxmlformats.org/drawingml/2006/main">
            <a:srgbClr val="FFFFFF"/>
          </a:solidFill>
          <a:ln xmlns:a="http://schemas.openxmlformats.org/drawingml/2006/main" w="9525">
            <a:solidFill>
              <a:srgbClr val="1454A3"/>
            </a:solidFill>
            <a:prstDash val="solid"/>
          </a:ln>
        </p:spPr>
      </p:sp>
      <p:sp>
        <p:nvSpPr>
          <p:cNvPr id="50" name="">
            <a:extLst xmlns:a="http://schemas.openxmlformats.org/drawingml/2006/main">
              <a:ext uri="{FF2B5EF4-FFF2-40B4-BE49-F238E27FC236}">
                <a16:creationId xmlns:a16="http://schemas.microsoft.com/office/drawing/2014/main" id="{30E956A9-F24C-47FB-96D1-E3DBF93F0184}"/>
              </a:ext>
            </a:extLst>
          </p:cNvPr>
          <p:cNvSpPr>
            <a:spLocks xmlns:a="http://schemas.openxmlformats.org/drawingml/2006/main" noGrp="1"/>
          </p:cNvSpPr>
          <p:nvPr/>
        </p:nvSpPr>
        <p:spPr>
          <a:xfrm xmlns:a="http://schemas.openxmlformats.org/drawingml/2006/main">
            <a:off x="6515100" y="1809750"/>
            <a:ext cx="4953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2550" b="1">
                <a:solidFill>
                  <a:srgbClr val="79A817"/>
                </a:solidFill>
              </a:defRPr>
            </a:pPr>
            <a:r>
              <a:rPr sz="2550" b="1">
                <a:solidFill>
                  <a:srgbClr val="79A817"/>
                </a:solidFill>
              </a:rPr>
              <a:t>3</a:t>
            </a:r>
          </a:p>
        </p:txBody>
      </p:sp>
      <p:sp>
        <p:nvSpPr>
          <p:cNvPr id="51" name="">
            <a:extLst xmlns:a="http://schemas.openxmlformats.org/drawingml/2006/main">
              <a:ext uri="{FF2B5EF4-FFF2-40B4-BE49-F238E27FC236}">
                <a16:creationId xmlns:a16="http://schemas.microsoft.com/office/drawing/2014/main" id="{ACB08297-BD1B-4C70-971D-FF5836708323}"/>
              </a:ext>
            </a:extLst>
          </p:cNvPr>
          <p:cNvSpPr>
            <a:spLocks xmlns:a="http://schemas.openxmlformats.org/drawingml/2006/main" noGrp="1"/>
          </p:cNvSpPr>
          <p:nvPr/>
        </p:nvSpPr>
        <p:spPr>
          <a:xfrm xmlns:a="http://schemas.openxmlformats.org/drawingml/2006/main">
            <a:off x="6572250" y="2381250"/>
            <a:ext cx="18859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2025" b="1">
                <a:solidFill>
                  <a:srgbClr val="1454A3"/>
                </a:solidFill>
              </a:defRPr>
            </a:pPr>
            <a:r>
              <a:rPr sz="2025" b="1">
                <a:solidFill>
                  <a:srgbClr val="1454A3"/>
                </a:solidFill>
              </a:rPr>
              <a:t>A field moves</a:t>
            </a:r>
          </a:p>
        </p:txBody>
      </p:sp>
      <p:sp>
        <p:nvSpPr>
          <p:cNvPr id="52" name="">
            <a:extLst xmlns:a="http://schemas.openxmlformats.org/drawingml/2006/main">
              <a:ext uri="{FF2B5EF4-FFF2-40B4-BE49-F238E27FC236}">
                <a16:creationId xmlns:a16="http://schemas.microsoft.com/office/drawing/2014/main" id="{3CA45347-CE8E-4E3B-96C1-660705A0C2AD}"/>
              </a:ext>
            </a:extLst>
          </p:cNvPr>
          <p:cNvSpPr>
            <a:spLocks xmlns:a="http://schemas.openxmlformats.org/drawingml/2006/main" noGrp="1"/>
          </p:cNvSpPr>
          <p:nvPr/>
        </p:nvSpPr>
        <p:spPr>
          <a:xfrm xmlns:a="http://schemas.openxmlformats.org/drawingml/2006/main">
            <a:off x="6553200" y="3143250"/>
            <a:ext cx="19240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575" b="0">
                <a:solidFill>
                  <a:srgbClr val="102A43"/>
                </a:solidFill>
              </a:defRPr>
            </a:pPr>
            <a:r>
              <a:rPr sz="1575" b="0">
                <a:solidFill>
                  <a:srgbClr val="102A43"/>
                </a:solidFill>
              </a:rPr>
              <a:t>Coils make a magnetic pattern move.</a:t>
            </a:r>
          </a:p>
        </p:txBody>
      </p:sp>
      <p:sp>
        <p:nvSpPr>
          <p:cNvPr id="53" name="">
            <a:extLst xmlns:a="http://schemas.openxmlformats.org/drawingml/2006/main">
              <a:ext uri="{FF2B5EF4-FFF2-40B4-BE49-F238E27FC236}">
                <a16:creationId xmlns:a16="http://schemas.microsoft.com/office/drawing/2014/main" id="{FFF4A54A-7DCD-48C5-9A82-EBADD40E7DA8}"/>
              </a:ext>
            </a:extLst>
          </p:cNvPr>
          <p:cNvSpPr>
            <a:spLocks xmlns:a="http://schemas.openxmlformats.org/drawingml/2006/main" noGrp="1"/>
          </p:cNvSpPr>
          <p:nvPr/>
        </p:nvSpPr>
        <p:spPr>
          <a:xfrm xmlns:a="http://schemas.openxmlformats.org/drawingml/2006/main">
            <a:off x="9182100" y="1619250"/>
            <a:ext cx="2381250" cy="2952750"/>
          </a:xfrm>
          <a:prstGeom xmlns:a="http://schemas.openxmlformats.org/drawingml/2006/main" prst="roundRect">
            <a:avLst>
              <a:gd name="adj" fmla="val 8000"/>
            </a:avLst>
          </a:prstGeom>
          <a:solidFill xmlns:a="http://schemas.openxmlformats.org/drawingml/2006/main">
            <a:srgbClr val="FFFFFF"/>
          </a:solidFill>
          <a:ln xmlns:a="http://schemas.openxmlformats.org/drawingml/2006/main" w="9525">
            <a:solidFill>
              <a:srgbClr val="1454A3"/>
            </a:solidFill>
            <a:prstDash val="solid"/>
          </a:ln>
        </p:spPr>
      </p:sp>
      <p:sp>
        <p:nvSpPr>
          <p:cNvPr id="54" name="">
            <a:extLst xmlns:a="http://schemas.openxmlformats.org/drawingml/2006/main">
              <a:ext uri="{FF2B5EF4-FFF2-40B4-BE49-F238E27FC236}">
                <a16:creationId xmlns:a16="http://schemas.microsoft.com/office/drawing/2014/main" id="{1372C83A-F03F-47D5-9E74-BA010C40ACF4}"/>
              </a:ext>
            </a:extLst>
          </p:cNvPr>
          <p:cNvSpPr>
            <a:spLocks xmlns:a="http://schemas.openxmlformats.org/drawingml/2006/main" noGrp="1"/>
          </p:cNvSpPr>
          <p:nvPr/>
        </p:nvSpPr>
        <p:spPr>
          <a:xfrm xmlns:a="http://schemas.openxmlformats.org/drawingml/2006/main">
            <a:off x="9372600" y="1809750"/>
            <a:ext cx="4953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2550" b="1">
                <a:solidFill>
                  <a:srgbClr val="79A817"/>
                </a:solidFill>
              </a:defRPr>
            </a:pPr>
            <a:r>
              <a:rPr sz="2550" b="1">
                <a:solidFill>
                  <a:srgbClr val="79A817"/>
                </a:solidFill>
              </a:rPr>
              <a:t>4</a:t>
            </a:r>
          </a:p>
        </p:txBody>
      </p:sp>
      <p:sp>
        <p:nvSpPr>
          <p:cNvPr id="55" name="">
            <a:extLst xmlns:a="http://schemas.openxmlformats.org/drawingml/2006/main">
              <a:ext uri="{FF2B5EF4-FFF2-40B4-BE49-F238E27FC236}">
                <a16:creationId xmlns:a16="http://schemas.microsoft.com/office/drawing/2014/main" id="{BD8C311F-688A-4882-8772-E02D4A1137CF}"/>
              </a:ext>
            </a:extLst>
          </p:cNvPr>
          <p:cNvSpPr>
            <a:spLocks xmlns:a="http://schemas.openxmlformats.org/drawingml/2006/main" noGrp="1"/>
          </p:cNvSpPr>
          <p:nvPr/>
        </p:nvSpPr>
        <p:spPr>
          <a:xfrm xmlns:a="http://schemas.openxmlformats.org/drawingml/2006/main">
            <a:off x="9429750" y="2381250"/>
            <a:ext cx="18859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2025" b="1">
                <a:solidFill>
                  <a:srgbClr val="1454A3"/>
                </a:solidFill>
              </a:defRPr>
            </a:pPr>
            <a:r>
              <a:rPr sz="2025" b="1">
                <a:solidFill>
                  <a:srgbClr val="1454A3"/>
                </a:solidFill>
              </a:rPr>
              <a:t>We measure</a:t>
            </a:r>
          </a:p>
        </p:txBody>
      </p:sp>
      <p:sp>
        <p:nvSpPr>
          <p:cNvPr id="56" name="">
            <a:extLst xmlns:a="http://schemas.openxmlformats.org/drawingml/2006/main">
              <a:ext uri="{FF2B5EF4-FFF2-40B4-BE49-F238E27FC236}">
                <a16:creationId xmlns:a16="http://schemas.microsoft.com/office/drawing/2014/main" id="{B7FC3E1F-6347-444B-A006-2CE1538B1974}"/>
              </a:ext>
            </a:extLst>
          </p:cNvPr>
          <p:cNvSpPr>
            <a:spLocks xmlns:a="http://schemas.openxmlformats.org/drawingml/2006/main" noGrp="1"/>
          </p:cNvSpPr>
          <p:nvPr/>
        </p:nvSpPr>
        <p:spPr>
          <a:xfrm xmlns:a="http://schemas.openxmlformats.org/drawingml/2006/main">
            <a:off x="9410700" y="3143250"/>
            <a:ext cx="19240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575" b="0">
                <a:solidFill>
                  <a:srgbClr val="102A43"/>
                </a:solidFill>
              </a:defRPr>
            </a:pPr>
            <a:r>
              <a:rPr sz="1575" b="0">
                <a:solidFill>
                  <a:srgbClr val="102A43"/>
                </a:solidFill>
              </a:rPr>
              <a:t>Sensors tell us if the air was pushed.</a:t>
            </a:r>
          </a:p>
        </p:txBody>
      </p:sp>
      <p:sp>
        <p:nvSpPr>
          <p:cNvPr id="57" name="">
            <a:extLst xmlns:a="http://schemas.openxmlformats.org/drawingml/2006/main">
              <a:ext uri="{FF2B5EF4-FFF2-40B4-BE49-F238E27FC236}">
                <a16:creationId xmlns:a16="http://schemas.microsoft.com/office/drawing/2014/main" id="{1C909607-C782-4828-97AE-E381269CE9B5}"/>
              </a:ext>
            </a:extLst>
          </p:cNvPr>
          <p:cNvSpPr>
            <a:spLocks xmlns:a="http://schemas.openxmlformats.org/drawingml/2006/main" noGrp="1"/>
          </p:cNvSpPr>
          <p:nvPr/>
        </p:nvSpPr>
        <p:spPr>
          <a:xfrm xmlns:a="http://schemas.openxmlformats.org/drawingml/2006/main">
            <a:off x="1524000" y="4991100"/>
            <a:ext cx="9144000" cy="800100"/>
          </a:xfrm>
          <a:prstGeom xmlns:a="http://schemas.openxmlformats.org/drawingml/2006/main" prst="roundRect">
            <a:avLst>
              <a:gd name="adj" fmla="val 19048"/>
            </a:avLst>
          </a:prstGeom>
          <a:solidFill xmlns:a="http://schemas.openxmlformats.org/drawingml/2006/main">
            <a:srgbClr val="FFF3D7"/>
          </a:solidFill>
          <a:ln xmlns:a="http://schemas.openxmlformats.org/drawingml/2006/main" w="9525">
            <a:solidFill>
              <a:srgbClr val="8B5E00"/>
            </a:solidFill>
            <a:prstDash val="solid"/>
          </a:ln>
        </p:spPr>
      </p:sp>
      <p:sp>
        <p:nvSpPr>
          <p:cNvPr id="58" name="">
            <a:extLst xmlns:a="http://schemas.openxmlformats.org/drawingml/2006/main">
              <a:ext uri="{FF2B5EF4-FFF2-40B4-BE49-F238E27FC236}">
                <a16:creationId xmlns:a16="http://schemas.microsoft.com/office/drawing/2014/main" id="{6618B4A6-494C-4A7C-80E2-110E7300DDA3}"/>
              </a:ext>
            </a:extLst>
          </p:cNvPr>
          <p:cNvSpPr>
            <a:spLocks xmlns:a="http://schemas.openxmlformats.org/drawingml/2006/main" noGrp="1"/>
          </p:cNvSpPr>
          <p:nvPr/>
        </p:nvSpPr>
        <p:spPr>
          <a:xfrm xmlns:a="http://schemas.openxmlformats.org/drawingml/2006/main">
            <a:off x="1733550" y="5086350"/>
            <a:ext cx="87249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800" b="1">
                <a:solidFill>
                  <a:srgbClr val="8B5E00"/>
                </a:solidFill>
              </a:defRPr>
            </a:pPr>
            <a:r>
              <a:rPr sz="1800" b="1">
                <a:solidFill>
                  <a:srgbClr val="8B5E00"/>
                </a:solidFill>
              </a:rPr>
              <a:t>The reaction force might create thrust later. The first test only checks the ingredients.</a:t>
            </a:r>
          </a:p>
        </p:txBody>
      </p:sp>
      <p:sp>
        <p:nvSpPr>
          <p:cNvPr id="59" name="">
            <a:extLst xmlns:a="http://schemas.openxmlformats.org/drawingml/2006/main">
              <a:ext uri="{FF2B5EF4-FFF2-40B4-BE49-F238E27FC236}">
                <a16:creationId xmlns:a16="http://schemas.microsoft.com/office/drawing/2014/main" id="{39FAEF54-30DC-4C7A-8975-1CE978615690}"/>
              </a:ext>
            </a:extLst>
          </p:cNvPr>
          <p:cNvSpPr>
            <a:spLocks xmlns:a="http://schemas.openxmlformats.org/drawingml/2006/main" noGrp="1"/>
          </p:cNvSpPr>
          <p:nvPr/>
        </p:nvSpPr>
        <p:spPr>
          <a:xfrm xmlns:a="http://schemas.openxmlformats.org/drawingml/2006/main">
            <a:off x="609600" y="6419850"/>
            <a:ext cx="666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26575"/>
                </a:solidFill>
              </a:defRPr>
            </a:pPr>
            <a:r>
              <a:rPr sz="900" b="1">
                <a:solidFill>
                  <a:srgbClr val="526575"/>
                </a:solidFill>
              </a:rPr>
              <a:t>CRTFE P2  |  CONCEPT ONLY - NOT FLIGHT READY</a:t>
            </a:r>
          </a:p>
        </p:txBody>
      </p:sp>
      <p:sp>
        <p:nvSpPr>
          <p:cNvPr id="60" name="">
            <a:extLst xmlns:a="http://schemas.openxmlformats.org/drawingml/2006/main">
              <a:ext uri="{FF2B5EF4-FFF2-40B4-BE49-F238E27FC236}">
                <a16:creationId xmlns:a16="http://schemas.microsoft.com/office/drawing/2014/main" id="{0E38FADA-8151-4562-AEC7-B0A10D6809D2}"/>
              </a:ext>
            </a:extLst>
          </p:cNvPr>
          <p:cNvSpPr>
            <a:spLocks xmlns:a="http://schemas.openxmlformats.org/drawingml/2006/main" noGrp="1"/>
          </p:cNvSpPr>
          <p:nvPr/>
        </p:nvSpPr>
        <p:spPr>
          <a:xfrm xmlns:a="http://schemas.openxmlformats.org/drawingml/2006/main">
            <a:off x="7810500" y="6419850"/>
            <a:ext cx="3771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900" b="0">
                <a:solidFill>
                  <a:srgbClr val="526575"/>
                </a:solidFill>
              </a:defRPr>
            </a:pPr>
            <a:r>
              <a:rPr sz="900" b="0">
                <a:solidFill>
                  <a:srgbClr val="526575"/>
                </a:solidFill>
              </a:rPr>
              <a:t>Dorian Martin-Smith  |  Lawton, Oklahoma</a:t>
            </a:r>
          </a:p>
        </p:txBody>
      </p:sp>
    </p:spTree>
    <p:extLst>
      <p:ext uri="{BB962C8B-B14F-4D97-AF65-F5344CB8AC3E}">
        <p14:creationId xmlns:p14="http://schemas.microsoft.com/office/powerpoint/2010/main" val="1602289621"/>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7" name="">
            <a:extLst xmlns:a="http://schemas.openxmlformats.org/drawingml/2006/main">
              <a:ext uri="{FF2B5EF4-FFF2-40B4-BE49-F238E27FC236}">
                <a16:creationId xmlns:a16="http://schemas.microsoft.com/office/drawing/2014/main" id="{187EF65D-7DC6-4837-BC36-811B828B3B30}"/>
              </a:ext>
            </a:extLst>
          </p:cNvPr>
          <p:cNvSpPr>
            <a:spLocks xmlns:a="http://schemas.openxmlformats.org/drawingml/2006/main" noGrp="1"/>
          </p:cNvSpPr>
          <p:nvPr/>
        </p:nvSpPr>
        <p:spPr>
          <a:xfrm xmlns:a="http://schemas.openxmlformats.org/drawingml/2006/main">
            <a:off x="0" y="0"/>
            <a:ext cx="9525" cy="6858000"/>
          </a:xfrm>
          <a:prstGeom xmlns:a="http://schemas.openxmlformats.org/drawingml/2006/main" prst="rect">
            <a:avLst/>
          </a:prstGeom>
          <a:solidFill xmlns:a="http://schemas.openxmlformats.org/drawingml/2006/main">
            <a:srgbClr val="C9DDF2"/>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4A8E6021-7E50-4793-80D6-1C556B80789A}"/>
              </a:ext>
            </a:extLst>
          </p:cNvPr>
          <p:cNvSpPr>
            <a:spLocks xmlns:a="http://schemas.openxmlformats.org/drawingml/2006/main" noGrp="1"/>
          </p:cNvSpPr>
          <p:nvPr/>
        </p:nvSpPr>
        <p:spPr>
          <a:xfrm xmlns:a="http://schemas.openxmlformats.org/drawingml/2006/main">
            <a:off x="609600" y="0"/>
            <a:ext cx="9525" cy="6858000"/>
          </a:xfrm>
          <a:prstGeom xmlns:a="http://schemas.openxmlformats.org/drawingml/2006/main" prst="rect">
            <a:avLst/>
          </a:prstGeom>
          <a:solidFill xmlns:a="http://schemas.openxmlformats.org/drawingml/2006/main">
            <a:srgbClr val="C9DDF2"/>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CB693A81-5947-4344-9500-CEA317270D9F}"/>
              </a:ext>
            </a:extLst>
          </p:cNvPr>
          <p:cNvSpPr>
            <a:spLocks xmlns:a="http://schemas.openxmlformats.org/drawingml/2006/main" noGrp="1"/>
          </p:cNvSpPr>
          <p:nvPr/>
        </p:nvSpPr>
        <p:spPr>
          <a:xfrm xmlns:a="http://schemas.openxmlformats.org/drawingml/2006/main">
            <a:off x="1219200" y="0"/>
            <a:ext cx="9525" cy="6858000"/>
          </a:xfrm>
          <a:prstGeom xmlns:a="http://schemas.openxmlformats.org/drawingml/2006/main" prst="rect">
            <a:avLst/>
          </a:prstGeom>
          <a:solidFill xmlns:a="http://schemas.openxmlformats.org/drawingml/2006/main">
            <a:srgbClr val="C9DDF2"/>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B59BF871-FEF0-43BA-8A86-1A27DCA9A525}"/>
              </a:ext>
            </a:extLst>
          </p:cNvPr>
          <p:cNvSpPr>
            <a:spLocks xmlns:a="http://schemas.openxmlformats.org/drawingml/2006/main" noGrp="1"/>
          </p:cNvSpPr>
          <p:nvPr/>
        </p:nvSpPr>
        <p:spPr>
          <a:xfrm xmlns:a="http://schemas.openxmlformats.org/drawingml/2006/main">
            <a:off x="1828800" y="0"/>
            <a:ext cx="9525" cy="6858000"/>
          </a:xfrm>
          <a:prstGeom xmlns:a="http://schemas.openxmlformats.org/drawingml/2006/main" prst="rect">
            <a:avLst/>
          </a:prstGeom>
          <a:solidFill xmlns:a="http://schemas.openxmlformats.org/drawingml/2006/main">
            <a:srgbClr val="C9DDF2"/>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2BE73A28-CACC-46A9-B4EE-08CE739CCA20}"/>
              </a:ext>
            </a:extLst>
          </p:cNvPr>
          <p:cNvSpPr>
            <a:spLocks xmlns:a="http://schemas.openxmlformats.org/drawingml/2006/main" noGrp="1"/>
          </p:cNvSpPr>
          <p:nvPr/>
        </p:nvSpPr>
        <p:spPr>
          <a:xfrm xmlns:a="http://schemas.openxmlformats.org/drawingml/2006/main">
            <a:off x="2438400" y="0"/>
            <a:ext cx="9525" cy="6858000"/>
          </a:xfrm>
          <a:prstGeom xmlns:a="http://schemas.openxmlformats.org/drawingml/2006/main" prst="rect">
            <a:avLst/>
          </a:prstGeom>
          <a:solidFill xmlns:a="http://schemas.openxmlformats.org/drawingml/2006/main">
            <a:srgbClr val="C9DDF2"/>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AB554711-23DD-4547-AB34-A22F67F34A8A}"/>
              </a:ext>
            </a:extLst>
          </p:cNvPr>
          <p:cNvSpPr>
            <a:spLocks xmlns:a="http://schemas.openxmlformats.org/drawingml/2006/main" noGrp="1"/>
          </p:cNvSpPr>
          <p:nvPr/>
        </p:nvSpPr>
        <p:spPr>
          <a:xfrm xmlns:a="http://schemas.openxmlformats.org/drawingml/2006/main">
            <a:off x="3048000" y="0"/>
            <a:ext cx="9525" cy="6858000"/>
          </a:xfrm>
          <a:prstGeom xmlns:a="http://schemas.openxmlformats.org/drawingml/2006/main" prst="rect">
            <a:avLst/>
          </a:prstGeom>
          <a:solidFill xmlns:a="http://schemas.openxmlformats.org/drawingml/2006/main">
            <a:srgbClr val="C9DDF2"/>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A1D60229-9A74-4241-9464-C91ED61D1319}"/>
              </a:ext>
            </a:extLst>
          </p:cNvPr>
          <p:cNvSpPr>
            <a:spLocks xmlns:a="http://schemas.openxmlformats.org/drawingml/2006/main" noGrp="1"/>
          </p:cNvSpPr>
          <p:nvPr/>
        </p:nvSpPr>
        <p:spPr>
          <a:xfrm xmlns:a="http://schemas.openxmlformats.org/drawingml/2006/main">
            <a:off x="3657600" y="0"/>
            <a:ext cx="9525" cy="6858000"/>
          </a:xfrm>
          <a:prstGeom xmlns:a="http://schemas.openxmlformats.org/drawingml/2006/main" prst="rect">
            <a:avLst/>
          </a:prstGeom>
          <a:solidFill xmlns:a="http://schemas.openxmlformats.org/drawingml/2006/main">
            <a:srgbClr val="C9DDF2"/>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16665286-2A94-46A3-877A-E2AFB49125A4}"/>
              </a:ext>
            </a:extLst>
          </p:cNvPr>
          <p:cNvSpPr>
            <a:spLocks xmlns:a="http://schemas.openxmlformats.org/drawingml/2006/main" noGrp="1"/>
          </p:cNvSpPr>
          <p:nvPr/>
        </p:nvSpPr>
        <p:spPr>
          <a:xfrm xmlns:a="http://schemas.openxmlformats.org/drawingml/2006/main">
            <a:off x="4267200" y="0"/>
            <a:ext cx="9525" cy="6858000"/>
          </a:xfrm>
          <a:prstGeom xmlns:a="http://schemas.openxmlformats.org/drawingml/2006/main" prst="rect">
            <a:avLst/>
          </a:prstGeom>
          <a:solidFill xmlns:a="http://schemas.openxmlformats.org/drawingml/2006/main">
            <a:srgbClr val="C9DDF2"/>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FCDD77F5-F136-4131-BF7B-660AF108E8FB}"/>
              </a:ext>
            </a:extLst>
          </p:cNvPr>
          <p:cNvSpPr>
            <a:spLocks xmlns:a="http://schemas.openxmlformats.org/drawingml/2006/main" noGrp="1"/>
          </p:cNvSpPr>
          <p:nvPr/>
        </p:nvSpPr>
        <p:spPr>
          <a:xfrm xmlns:a="http://schemas.openxmlformats.org/drawingml/2006/main">
            <a:off x="4876800" y="0"/>
            <a:ext cx="9525" cy="6858000"/>
          </a:xfrm>
          <a:prstGeom xmlns:a="http://schemas.openxmlformats.org/drawingml/2006/main" prst="rect">
            <a:avLst/>
          </a:prstGeom>
          <a:solidFill xmlns:a="http://schemas.openxmlformats.org/drawingml/2006/main">
            <a:srgbClr val="C9DDF2"/>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ECFF5190-50E8-46EE-B6FA-EA1E64981408}"/>
              </a:ext>
            </a:extLst>
          </p:cNvPr>
          <p:cNvSpPr>
            <a:spLocks xmlns:a="http://schemas.openxmlformats.org/drawingml/2006/main" noGrp="1"/>
          </p:cNvSpPr>
          <p:nvPr/>
        </p:nvSpPr>
        <p:spPr>
          <a:xfrm xmlns:a="http://schemas.openxmlformats.org/drawingml/2006/main">
            <a:off x="5486400" y="0"/>
            <a:ext cx="9525" cy="6858000"/>
          </a:xfrm>
          <a:prstGeom xmlns:a="http://schemas.openxmlformats.org/drawingml/2006/main" prst="rect">
            <a:avLst/>
          </a:prstGeom>
          <a:solidFill xmlns:a="http://schemas.openxmlformats.org/drawingml/2006/main">
            <a:srgbClr val="C9DDF2"/>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85CBF1AA-AEE0-4968-9B2C-97CB62DA8A1B}"/>
              </a:ext>
            </a:extLst>
          </p:cNvPr>
          <p:cNvSpPr>
            <a:spLocks xmlns:a="http://schemas.openxmlformats.org/drawingml/2006/main" noGrp="1"/>
          </p:cNvSpPr>
          <p:nvPr/>
        </p:nvSpPr>
        <p:spPr>
          <a:xfrm xmlns:a="http://schemas.openxmlformats.org/drawingml/2006/main">
            <a:off x="6096000" y="0"/>
            <a:ext cx="9525" cy="6858000"/>
          </a:xfrm>
          <a:prstGeom xmlns:a="http://schemas.openxmlformats.org/drawingml/2006/main" prst="rect">
            <a:avLst/>
          </a:prstGeom>
          <a:solidFill xmlns:a="http://schemas.openxmlformats.org/drawingml/2006/main">
            <a:srgbClr val="C9DDF2"/>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BFD6359A-7408-4852-9A27-92752BC025F1}"/>
              </a:ext>
            </a:extLst>
          </p:cNvPr>
          <p:cNvSpPr>
            <a:spLocks xmlns:a="http://schemas.openxmlformats.org/drawingml/2006/main" noGrp="1"/>
          </p:cNvSpPr>
          <p:nvPr/>
        </p:nvSpPr>
        <p:spPr>
          <a:xfrm xmlns:a="http://schemas.openxmlformats.org/drawingml/2006/main">
            <a:off x="6705600" y="0"/>
            <a:ext cx="9525" cy="6858000"/>
          </a:xfrm>
          <a:prstGeom xmlns:a="http://schemas.openxmlformats.org/drawingml/2006/main" prst="rect">
            <a:avLst/>
          </a:prstGeom>
          <a:solidFill xmlns:a="http://schemas.openxmlformats.org/drawingml/2006/main">
            <a:srgbClr val="C9DDF2"/>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65E46985-8105-4BC7-8BAC-DBE320FCA02E}"/>
              </a:ext>
            </a:extLst>
          </p:cNvPr>
          <p:cNvSpPr>
            <a:spLocks xmlns:a="http://schemas.openxmlformats.org/drawingml/2006/main" noGrp="1"/>
          </p:cNvSpPr>
          <p:nvPr/>
        </p:nvSpPr>
        <p:spPr>
          <a:xfrm xmlns:a="http://schemas.openxmlformats.org/drawingml/2006/main">
            <a:off x="7315200" y="0"/>
            <a:ext cx="9525" cy="6858000"/>
          </a:xfrm>
          <a:prstGeom xmlns:a="http://schemas.openxmlformats.org/drawingml/2006/main" prst="rect">
            <a:avLst/>
          </a:prstGeom>
          <a:solidFill xmlns:a="http://schemas.openxmlformats.org/drawingml/2006/main">
            <a:srgbClr val="C9DDF2"/>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1F4F200F-3569-41CE-9DE6-D29F87D82C70}"/>
              </a:ext>
            </a:extLst>
          </p:cNvPr>
          <p:cNvSpPr>
            <a:spLocks xmlns:a="http://schemas.openxmlformats.org/drawingml/2006/main" noGrp="1"/>
          </p:cNvSpPr>
          <p:nvPr/>
        </p:nvSpPr>
        <p:spPr>
          <a:xfrm xmlns:a="http://schemas.openxmlformats.org/drawingml/2006/main">
            <a:off x="7924800" y="0"/>
            <a:ext cx="9525" cy="6858000"/>
          </a:xfrm>
          <a:prstGeom xmlns:a="http://schemas.openxmlformats.org/drawingml/2006/main" prst="rect">
            <a:avLst/>
          </a:prstGeom>
          <a:solidFill xmlns:a="http://schemas.openxmlformats.org/drawingml/2006/main">
            <a:srgbClr val="C9DDF2"/>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C2C00F03-A767-4D3B-8676-FDF5143FFAAA}"/>
              </a:ext>
            </a:extLst>
          </p:cNvPr>
          <p:cNvSpPr>
            <a:spLocks xmlns:a="http://schemas.openxmlformats.org/drawingml/2006/main" noGrp="1"/>
          </p:cNvSpPr>
          <p:nvPr/>
        </p:nvSpPr>
        <p:spPr>
          <a:xfrm xmlns:a="http://schemas.openxmlformats.org/drawingml/2006/main">
            <a:off x="8534400" y="0"/>
            <a:ext cx="9525" cy="6858000"/>
          </a:xfrm>
          <a:prstGeom xmlns:a="http://schemas.openxmlformats.org/drawingml/2006/main" prst="rect">
            <a:avLst/>
          </a:prstGeom>
          <a:solidFill xmlns:a="http://schemas.openxmlformats.org/drawingml/2006/main">
            <a:srgbClr val="C9DDF2"/>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5269B49C-7661-4485-A594-ECEE94757596}"/>
              </a:ext>
            </a:extLst>
          </p:cNvPr>
          <p:cNvSpPr>
            <a:spLocks xmlns:a="http://schemas.openxmlformats.org/drawingml/2006/main" noGrp="1"/>
          </p:cNvSpPr>
          <p:nvPr/>
        </p:nvSpPr>
        <p:spPr>
          <a:xfrm xmlns:a="http://schemas.openxmlformats.org/drawingml/2006/main">
            <a:off x="9144000" y="0"/>
            <a:ext cx="9525" cy="6858000"/>
          </a:xfrm>
          <a:prstGeom xmlns:a="http://schemas.openxmlformats.org/drawingml/2006/main" prst="rect">
            <a:avLst/>
          </a:prstGeom>
          <a:solidFill xmlns:a="http://schemas.openxmlformats.org/drawingml/2006/main">
            <a:srgbClr val="C9DDF2"/>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4A7E1834-3DF9-4006-8B03-1EA25A0FBA9F}"/>
              </a:ext>
            </a:extLst>
          </p:cNvPr>
          <p:cNvSpPr>
            <a:spLocks xmlns:a="http://schemas.openxmlformats.org/drawingml/2006/main" noGrp="1"/>
          </p:cNvSpPr>
          <p:nvPr/>
        </p:nvSpPr>
        <p:spPr>
          <a:xfrm xmlns:a="http://schemas.openxmlformats.org/drawingml/2006/main">
            <a:off x="9753600" y="0"/>
            <a:ext cx="9525" cy="6858000"/>
          </a:xfrm>
          <a:prstGeom xmlns:a="http://schemas.openxmlformats.org/drawingml/2006/main" prst="rect">
            <a:avLst/>
          </a:prstGeom>
          <a:solidFill xmlns:a="http://schemas.openxmlformats.org/drawingml/2006/main">
            <a:srgbClr val="C9DDF2"/>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A22F6C60-79FA-4C32-A559-F5139B76587B}"/>
              </a:ext>
            </a:extLst>
          </p:cNvPr>
          <p:cNvSpPr>
            <a:spLocks xmlns:a="http://schemas.openxmlformats.org/drawingml/2006/main" noGrp="1"/>
          </p:cNvSpPr>
          <p:nvPr/>
        </p:nvSpPr>
        <p:spPr>
          <a:xfrm xmlns:a="http://schemas.openxmlformats.org/drawingml/2006/main">
            <a:off x="10363200" y="0"/>
            <a:ext cx="9525" cy="6858000"/>
          </a:xfrm>
          <a:prstGeom xmlns:a="http://schemas.openxmlformats.org/drawingml/2006/main" prst="rect">
            <a:avLst/>
          </a:prstGeom>
          <a:solidFill xmlns:a="http://schemas.openxmlformats.org/drawingml/2006/main">
            <a:srgbClr val="C9DDF2"/>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938BEFF3-91E2-4A4D-8E60-CB7994842AB4}"/>
              </a:ext>
            </a:extLst>
          </p:cNvPr>
          <p:cNvSpPr>
            <a:spLocks xmlns:a="http://schemas.openxmlformats.org/drawingml/2006/main" noGrp="1"/>
          </p:cNvSpPr>
          <p:nvPr/>
        </p:nvSpPr>
        <p:spPr>
          <a:xfrm xmlns:a="http://schemas.openxmlformats.org/drawingml/2006/main">
            <a:off x="10972800" y="0"/>
            <a:ext cx="9525" cy="6858000"/>
          </a:xfrm>
          <a:prstGeom xmlns:a="http://schemas.openxmlformats.org/drawingml/2006/main" prst="rect">
            <a:avLst/>
          </a:prstGeom>
          <a:solidFill xmlns:a="http://schemas.openxmlformats.org/drawingml/2006/main">
            <a:srgbClr val="C9DDF2"/>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B247D5F1-C0ED-4CB0-B865-0F10E19D79A2}"/>
              </a:ext>
            </a:extLst>
          </p:cNvPr>
          <p:cNvSpPr>
            <a:spLocks xmlns:a="http://schemas.openxmlformats.org/drawingml/2006/main" noGrp="1"/>
          </p:cNvSpPr>
          <p:nvPr/>
        </p:nvSpPr>
        <p:spPr>
          <a:xfrm xmlns:a="http://schemas.openxmlformats.org/drawingml/2006/main">
            <a:off x="11582400" y="0"/>
            <a:ext cx="9525" cy="6858000"/>
          </a:xfrm>
          <a:prstGeom xmlns:a="http://schemas.openxmlformats.org/drawingml/2006/main" prst="rect">
            <a:avLst/>
          </a:prstGeom>
          <a:solidFill xmlns:a="http://schemas.openxmlformats.org/drawingml/2006/main">
            <a:srgbClr val="C9DDF2"/>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57F10625-4D5D-45BB-9420-923304FAF9D1}"/>
              </a:ext>
            </a:extLst>
          </p:cNvPr>
          <p:cNvSpPr>
            <a:spLocks xmlns:a="http://schemas.openxmlformats.org/drawingml/2006/main" noGrp="1"/>
          </p:cNvSpPr>
          <p:nvPr/>
        </p:nvSpPr>
        <p:spPr>
          <a:xfrm xmlns:a="http://schemas.openxmlformats.org/drawingml/2006/main">
            <a:off x="12192000" y="0"/>
            <a:ext cx="9525" cy="6858000"/>
          </a:xfrm>
          <a:prstGeom xmlns:a="http://schemas.openxmlformats.org/drawingml/2006/main" prst="rect">
            <a:avLst/>
          </a:prstGeom>
          <a:solidFill xmlns:a="http://schemas.openxmlformats.org/drawingml/2006/main">
            <a:srgbClr val="C9DDF2"/>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8BF15A80-43A0-43FC-AD8A-6157EEB23D7D}"/>
              </a:ext>
            </a:extLst>
          </p:cNvPr>
          <p:cNvSpPr>
            <a:spLocks xmlns:a="http://schemas.openxmlformats.org/drawingml/2006/main" noGrp="1"/>
          </p:cNvSpPr>
          <p:nvPr/>
        </p:nvSpPr>
        <p:spPr>
          <a:xfrm xmlns:a="http://schemas.openxmlformats.org/drawingml/2006/main">
            <a:off x="0" y="0"/>
            <a:ext cx="12192000" cy="9525"/>
          </a:xfrm>
          <a:prstGeom xmlns:a="http://schemas.openxmlformats.org/drawingml/2006/main" prst="rect">
            <a:avLst/>
          </a:prstGeom>
          <a:solidFill xmlns:a="http://schemas.openxmlformats.org/drawingml/2006/main">
            <a:srgbClr val="C9DDF2"/>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A882CC5D-1E20-4511-A250-F9C1466CD0DE}"/>
              </a:ext>
            </a:extLst>
          </p:cNvPr>
          <p:cNvSpPr>
            <a:spLocks xmlns:a="http://schemas.openxmlformats.org/drawingml/2006/main" noGrp="1"/>
          </p:cNvSpPr>
          <p:nvPr/>
        </p:nvSpPr>
        <p:spPr>
          <a:xfrm xmlns:a="http://schemas.openxmlformats.org/drawingml/2006/main">
            <a:off x="0" y="609600"/>
            <a:ext cx="12192000" cy="9525"/>
          </a:xfrm>
          <a:prstGeom xmlns:a="http://schemas.openxmlformats.org/drawingml/2006/main" prst="rect">
            <a:avLst/>
          </a:prstGeom>
          <a:solidFill xmlns:a="http://schemas.openxmlformats.org/drawingml/2006/main">
            <a:srgbClr val="C9DDF2"/>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E1D515D1-5DB1-40A4-8CA2-6CA2F12C1D3B}"/>
              </a:ext>
            </a:extLst>
          </p:cNvPr>
          <p:cNvSpPr>
            <a:spLocks xmlns:a="http://schemas.openxmlformats.org/drawingml/2006/main" noGrp="1"/>
          </p:cNvSpPr>
          <p:nvPr/>
        </p:nvSpPr>
        <p:spPr>
          <a:xfrm xmlns:a="http://schemas.openxmlformats.org/drawingml/2006/main">
            <a:off x="0" y="1219200"/>
            <a:ext cx="12192000" cy="9525"/>
          </a:xfrm>
          <a:prstGeom xmlns:a="http://schemas.openxmlformats.org/drawingml/2006/main" prst="rect">
            <a:avLst/>
          </a:prstGeom>
          <a:solidFill xmlns:a="http://schemas.openxmlformats.org/drawingml/2006/main">
            <a:srgbClr val="C9DDF2"/>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F81A4C3A-8AFF-4321-A6DD-D853F265C1E9}"/>
              </a:ext>
            </a:extLst>
          </p:cNvPr>
          <p:cNvSpPr>
            <a:spLocks xmlns:a="http://schemas.openxmlformats.org/drawingml/2006/main" noGrp="1"/>
          </p:cNvSpPr>
          <p:nvPr/>
        </p:nvSpPr>
        <p:spPr>
          <a:xfrm xmlns:a="http://schemas.openxmlformats.org/drawingml/2006/main">
            <a:off x="0" y="1828800"/>
            <a:ext cx="12192000" cy="9525"/>
          </a:xfrm>
          <a:prstGeom xmlns:a="http://schemas.openxmlformats.org/drawingml/2006/main" prst="rect">
            <a:avLst/>
          </a:prstGeom>
          <a:solidFill xmlns:a="http://schemas.openxmlformats.org/drawingml/2006/main">
            <a:srgbClr val="C9DDF2"/>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0705E916-5D61-4F95-9D8F-8AABD07BF633}"/>
              </a:ext>
            </a:extLst>
          </p:cNvPr>
          <p:cNvSpPr>
            <a:spLocks xmlns:a="http://schemas.openxmlformats.org/drawingml/2006/main" noGrp="1"/>
          </p:cNvSpPr>
          <p:nvPr/>
        </p:nvSpPr>
        <p:spPr>
          <a:xfrm xmlns:a="http://schemas.openxmlformats.org/drawingml/2006/main">
            <a:off x="0" y="2438400"/>
            <a:ext cx="12192000" cy="9525"/>
          </a:xfrm>
          <a:prstGeom xmlns:a="http://schemas.openxmlformats.org/drawingml/2006/main" prst="rect">
            <a:avLst/>
          </a:prstGeom>
          <a:solidFill xmlns:a="http://schemas.openxmlformats.org/drawingml/2006/main">
            <a:srgbClr val="C9DDF2"/>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B51F03A3-A343-401A-94AA-A7BACAE0A4C3}"/>
              </a:ext>
            </a:extLst>
          </p:cNvPr>
          <p:cNvSpPr>
            <a:spLocks xmlns:a="http://schemas.openxmlformats.org/drawingml/2006/main" noGrp="1"/>
          </p:cNvSpPr>
          <p:nvPr/>
        </p:nvSpPr>
        <p:spPr>
          <a:xfrm xmlns:a="http://schemas.openxmlformats.org/drawingml/2006/main">
            <a:off x="0" y="3048000"/>
            <a:ext cx="12192000" cy="9525"/>
          </a:xfrm>
          <a:prstGeom xmlns:a="http://schemas.openxmlformats.org/drawingml/2006/main" prst="rect">
            <a:avLst/>
          </a:prstGeom>
          <a:solidFill xmlns:a="http://schemas.openxmlformats.org/drawingml/2006/main">
            <a:srgbClr val="C9DDF2"/>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F99CC69B-AC67-4236-AC8C-567329D068F5}"/>
              </a:ext>
            </a:extLst>
          </p:cNvPr>
          <p:cNvSpPr>
            <a:spLocks xmlns:a="http://schemas.openxmlformats.org/drawingml/2006/main" noGrp="1"/>
          </p:cNvSpPr>
          <p:nvPr/>
        </p:nvSpPr>
        <p:spPr>
          <a:xfrm xmlns:a="http://schemas.openxmlformats.org/drawingml/2006/main">
            <a:off x="0" y="3657600"/>
            <a:ext cx="12192000" cy="9525"/>
          </a:xfrm>
          <a:prstGeom xmlns:a="http://schemas.openxmlformats.org/drawingml/2006/main" prst="rect">
            <a:avLst/>
          </a:prstGeom>
          <a:solidFill xmlns:a="http://schemas.openxmlformats.org/drawingml/2006/main">
            <a:srgbClr val="C9DDF2"/>
          </a:solidFill>
          <a:ln xmlns:a="http://schemas.openxmlformats.org/drawingml/2006/main" w="0">
            <a:noFill/>
            <a:prstDash val="solid"/>
          </a:ln>
        </p:spPr>
      </p:sp>
      <p:sp>
        <p:nvSpPr>
          <p:cNvPr id="29" name="">
            <a:extLst xmlns:a="http://schemas.openxmlformats.org/drawingml/2006/main">
              <a:ext uri="{FF2B5EF4-FFF2-40B4-BE49-F238E27FC236}">
                <a16:creationId xmlns:a16="http://schemas.microsoft.com/office/drawing/2014/main" id="{92A9A6F9-73BF-4D89-8538-1E3BE655EA11}"/>
              </a:ext>
            </a:extLst>
          </p:cNvPr>
          <p:cNvSpPr>
            <a:spLocks xmlns:a="http://schemas.openxmlformats.org/drawingml/2006/main" noGrp="1"/>
          </p:cNvSpPr>
          <p:nvPr/>
        </p:nvSpPr>
        <p:spPr>
          <a:xfrm xmlns:a="http://schemas.openxmlformats.org/drawingml/2006/main">
            <a:off x="0" y="4267200"/>
            <a:ext cx="12192000" cy="9525"/>
          </a:xfrm>
          <a:prstGeom xmlns:a="http://schemas.openxmlformats.org/drawingml/2006/main" prst="rect">
            <a:avLst/>
          </a:prstGeom>
          <a:solidFill xmlns:a="http://schemas.openxmlformats.org/drawingml/2006/main">
            <a:srgbClr val="C9DDF2"/>
          </a:solidFill>
          <a:ln xmlns:a="http://schemas.openxmlformats.org/drawingml/2006/main" w="0">
            <a:noFill/>
            <a:prstDash val="solid"/>
          </a:ln>
        </p:spPr>
      </p:sp>
      <p:sp>
        <p:nvSpPr>
          <p:cNvPr id="30" name="">
            <a:extLst xmlns:a="http://schemas.openxmlformats.org/drawingml/2006/main">
              <a:ext uri="{FF2B5EF4-FFF2-40B4-BE49-F238E27FC236}">
                <a16:creationId xmlns:a16="http://schemas.microsoft.com/office/drawing/2014/main" id="{A03D09CD-299A-4334-B990-F50383DABF41}"/>
              </a:ext>
            </a:extLst>
          </p:cNvPr>
          <p:cNvSpPr>
            <a:spLocks xmlns:a="http://schemas.openxmlformats.org/drawingml/2006/main" noGrp="1"/>
          </p:cNvSpPr>
          <p:nvPr/>
        </p:nvSpPr>
        <p:spPr>
          <a:xfrm xmlns:a="http://schemas.openxmlformats.org/drawingml/2006/main">
            <a:off x="0" y="4876800"/>
            <a:ext cx="12192000" cy="9525"/>
          </a:xfrm>
          <a:prstGeom xmlns:a="http://schemas.openxmlformats.org/drawingml/2006/main" prst="rect">
            <a:avLst/>
          </a:prstGeom>
          <a:solidFill xmlns:a="http://schemas.openxmlformats.org/drawingml/2006/main">
            <a:srgbClr val="C9DDF2"/>
          </a:solidFill>
          <a:ln xmlns:a="http://schemas.openxmlformats.org/drawingml/2006/main" w="0">
            <a:noFill/>
            <a:prstDash val="solid"/>
          </a:ln>
        </p:spPr>
      </p:sp>
      <p:sp>
        <p:nvSpPr>
          <p:cNvPr id="31" name="">
            <a:extLst xmlns:a="http://schemas.openxmlformats.org/drawingml/2006/main">
              <a:ext uri="{FF2B5EF4-FFF2-40B4-BE49-F238E27FC236}">
                <a16:creationId xmlns:a16="http://schemas.microsoft.com/office/drawing/2014/main" id="{031C109D-CF71-47B3-A816-E02A0210887B}"/>
              </a:ext>
            </a:extLst>
          </p:cNvPr>
          <p:cNvSpPr>
            <a:spLocks xmlns:a="http://schemas.openxmlformats.org/drawingml/2006/main" noGrp="1"/>
          </p:cNvSpPr>
          <p:nvPr/>
        </p:nvSpPr>
        <p:spPr>
          <a:xfrm xmlns:a="http://schemas.openxmlformats.org/drawingml/2006/main">
            <a:off x="0" y="5486400"/>
            <a:ext cx="12192000" cy="9525"/>
          </a:xfrm>
          <a:prstGeom xmlns:a="http://schemas.openxmlformats.org/drawingml/2006/main" prst="rect">
            <a:avLst/>
          </a:prstGeom>
          <a:solidFill xmlns:a="http://schemas.openxmlformats.org/drawingml/2006/main">
            <a:srgbClr val="C9DDF2"/>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3599110C-8428-4B47-8C80-5B9A7DED8FE5}"/>
              </a:ext>
            </a:extLst>
          </p:cNvPr>
          <p:cNvSpPr>
            <a:spLocks xmlns:a="http://schemas.openxmlformats.org/drawingml/2006/main" noGrp="1"/>
          </p:cNvSpPr>
          <p:nvPr/>
        </p:nvSpPr>
        <p:spPr>
          <a:xfrm xmlns:a="http://schemas.openxmlformats.org/drawingml/2006/main">
            <a:off x="0" y="6096000"/>
            <a:ext cx="12192000" cy="9525"/>
          </a:xfrm>
          <a:prstGeom xmlns:a="http://schemas.openxmlformats.org/drawingml/2006/main" prst="rect">
            <a:avLst/>
          </a:prstGeom>
          <a:solidFill xmlns:a="http://schemas.openxmlformats.org/drawingml/2006/main">
            <a:srgbClr val="C9DDF2"/>
          </a:solidFill>
          <a:ln xmlns:a="http://schemas.openxmlformats.org/drawingml/2006/main" w="0">
            <a:noFill/>
            <a:prstDash val="solid"/>
          </a:ln>
        </p:spPr>
      </p:sp>
      <p:sp>
        <p:nvSpPr>
          <p:cNvPr id="33" name="">
            <a:extLst xmlns:a="http://schemas.openxmlformats.org/drawingml/2006/main">
              <a:ext uri="{FF2B5EF4-FFF2-40B4-BE49-F238E27FC236}">
                <a16:creationId xmlns:a16="http://schemas.microsoft.com/office/drawing/2014/main" id="{AF6B764F-0CD4-4D00-B962-DF75D4FD2408}"/>
              </a:ext>
            </a:extLst>
          </p:cNvPr>
          <p:cNvSpPr>
            <a:spLocks xmlns:a="http://schemas.openxmlformats.org/drawingml/2006/main" noGrp="1"/>
          </p:cNvSpPr>
          <p:nvPr/>
        </p:nvSpPr>
        <p:spPr>
          <a:xfrm xmlns:a="http://schemas.openxmlformats.org/drawingml/2006/main">
            <a:off x="0" y="6705600"/>
            <a:ext cx="12192000" cy="9525"/>
          </a:xfrm>
          <a:prstGeom xmlns:a="http://schemas.openxmlformats.org/drawingml/2006/main" prst="rect">
            <a:avLst/>
          </a:prstGeom>
          <a:solidFill xmlns:a="http://schemas.openxmlformats.org/drawingml/2006/main">
            <a:srgbClr val="C9DDF2"/>
          </a:solidFill>
          <a:ln xmlns:a="http://schemas.openxmlformats.org/drawingml/2006/main" w="0">
            <a:noFill/>
            <a:prstDash val="solid"/>
          </a:ln>
        </p:spPr>
      </p:sp>
      <p:sp>
        <p:nvSpPr>
          <p:cNvPr id="34" name="">
            <a:extLst xmlns:a="http://schemas.openxmlformats.org/drawingml/2006/main">
              <a:ext uri="{FF2B5EF4-FFF2-40B4-BE49-F238E27FC236}">
                <a16:creationId xmlns:a16="http://schemas.microsoft.com/office/drawing/2014/main" id="{E1C96ADA-2C76-4C65-938D-85431B70680E}"/>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79A817"/>
          </a:solidFill>
          <a:ln xmlns:a="http://schemas.openxmlformats.org/drawingml/2006/main" w="0">
            <a:noFill/>
            <a:prstDash val="solid"/>
          </a:ln>
        </p:spPr>
      </p:sp>
      <p:sp>
        <p:nvSpPr>
          <p:cNvPr id="35" name="">
            <a:extLst xmlns:a="http://schemas.openxmlformats.org/drawingml/2006/main">
              <a:ext uri="{FF2B5EF4-FFF2-40B4-BE49-F238E27FC236}">
                <a16:creationId xmlns:a16="http://schemas.microsoft.com/office/drawing/2014/main" id="{A9C79661-17D1-48F3-8B9A-2B121425A152}"/>
              </a:ext>
            </a:extLst>
          </p:cNvPr>
          <p:cNvSpPr>
            <a:spLocks xmlns:a="http://schemas.openxmlformats.org/drawingml/2006/main" noGrp="1"/>
          </p:cNvSpPr>
          <p:nvPr/>
        </p:nvSpPr>
        <p:spPr>
          <a:xfrm xmlns:a="http://schemas.openxmlformats.org/drawingml/2006/main">
            <a:off x="590550" y="552450"/>
            <a:ext cx="10477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250" b="1">
                <a:solidFill>
                  <a:srgbClr val="102A43"/>
                </a:solidFill>
              </a:defRPr>
            </a:pPr>
            <a:r>
              <a:rPr sz="2250" b="1">
                <a:solidFill>
                  <a:srgbClr val="102A43"/>
                </a:solidFill>
              </a:rPr>
              <a:t>One question decides the project</a:t>
            </a:r>
          </a:p>
        </p:txBody>
      </p:sp>
      <p:sp>
        <p:nvSpPr>
          <p:cNvPr id="36" name="">
            <a:extLst xmlns:a="http://schemas.openxmlformats.org/drawingml/2006/main">
              <a:ext uri="{FF2B5EF4-FFF2-40B4-BE49-F238E27FC236}">
                <a16:creationId xmlns:a16="http://schemas.microsoft.com/office/drawing/2014/main" id="{AA72F5A9-5110-4BFF-9565-CD72C96BEBB8}"/>
              </a:ext>
            </a:extLst>
          </p:cNvPr>
          <p:cNvSpPr>
            <a:spLocks xmlns:a="http://schemas.openxmlformats.org/drawingml/2006/main" noGrp="1"/>
          </p:cNvSpPr>
          <p:nvPr/>
        </p:nvSpPr>
        <p:spPr>
          <a:xfrm xmlns:a="http://schemas.openxmlformats.org/drawingml/2006/main">
            <a:off x="590550" y="1190625"/>
            <a:ext cx="990600" cy="47625"/>
          </a:xfrm>
          <a:prstGeom xmlns:a="http://schemas.openxmlformats.org/drawingml/2006/main" prst="rect">
            <a:avLst/>
          </a:prstGeom>
          <a:solidFill xmlns:a="http://schemas.openxmlformats.org/drawingml/2006/main">
            <a:srgbClr val="79A817"/>
          </a:solidFill>
          <a:ln xmlns:a="http://schemas.openxmlformats.org/drawingml/2006/main" w="0">
            <a:noFill/>
            <a:prstDash val="solid"/>
          </a:ln>
        </p:spPr>
      </p:sp>
      <p:sp>
        <p:nvSpPr>
          <p:cNvPr id="37" name="">
            <a:extLst xmlns:a="http://schemas.openxmlformats.org/drawingml/2006/main">
              <a:ext uri="{FF2B5EF4-FFF2-40B4-BE49-F238E27FC236}">
                <a16:creationId xmlns:a16="http://schemas.microsoft.com/office/drawing/2014/main" id="{E9DD5C48-B450-4D05-8A35-77F7CC684990}"/>
              </a:ext>
            </a:extLst>
          </p:cNvPr>
          <p:cNvSpPr>
            <a:spLocks xmlns:a="http://schemas.openxmlformats.org/drawingml/2006/main" noGrp="1"/>
          </p:cNvSpPr>
          <p:nvPr/>
        </p:nvSpPr>
        <p:spPr>
          <a:xfrm xmlns:a="http://schemas.openxmlformats.org/drawingml/2006/main">
            <a:off x="11144250" y="590550"/>
            <a:ext cx="47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1050" b="1">
                <a:solidFill>
                  <a:srgbClr val="526575"/>
                </a:solidFill>
              </a:defRPr>
            </a:pPr>
            <a:r>
              <a:rPr sz="1050" b="1">
                <a:solidFill>
                  <a:srgbClr val="526575"/>
                </a:solidFill>
              </a:rPr>
              <a:t>05</a:t>
            </a:r>
          </a:p>
        </p:txBody>
      </p:sp>
      <p:sp>
        <p:nvSpPr>
          <p:cNvPr id="38" name="">
            <a:extLst xmlns:a="http://schemas.openxmlformats.org/drawingml/2006/main">
              <a:ext uri="{FF2B5EF4-FFF2-40B4-BE49-F238E27FC236}">
                <a16:creationId xmlns:a16="http://schemas.microsoft.com/office/drawing/2014/main" id="{D77877F4-A134-4C8C-8029-1B312A781719}"/>
              </a:ext>
            </a:extLst>
          </p:cNvPr>
          <p:cNvSpPr>
            <a:spLocks xmlns:a="http://schemas.openxmlformats.org/drawingml/2006/main" noGrp="1"/>
          </p:cNvSpPr>
          <p:nvPr/>
        </p:nvSpPr>
        <p:spPr>
          <a:xfrm xmlns:a="http://schemas.openxmlformats.org/drawingml/2006/main">
            <a:off x="1104900" y="1714500"/>
            <a:ext cx="9982200" cy="1066800"/>
          </a:xfrm>
          <a:prstGeom xmlns:a="http://schemas.openxmlformats.org/drawingml/2006/main" prst="roundRect">
            <a:avLst>
              <a:gd name="adj" fmla="val 14286"/>
            </a:avLst>
          </a:prstGeom>
          <a:solidFill xmlns:a="http://schemas.openxmlformats.org/drawingml/2006/main">
            <a:srgbClr val="EAF3FC"/>
          </a:solidFill>
          <a:ln xmlns:a="http://schemas.openxmlformats.org/drawingml/2006/main" w="9525">
            <a:solidFill>
              <a:srgbClr val="1454A3"/>
            </a:solidFill>
            <a:prstDash val="solid"/>
          </a:ln>
        </p:spPr>
      </p:sp>
      <p:sp>
        <p:nvSpPr>
          <p:cNvPr id="39" name="">
            <a:extLst xmlns:a="http://schemas.openxmlformats.org/drawingml/2006/main">
              <a:ext uri="{FF2B5EF4-FFF2-40B4-BE49-F238E27FC236}">
                <a16:creationId xmlns:a16="http://schemas.microsoft.com/office/drawing/2014/main" id="{917C44B2-74F2-44E5-BF04-243E8C9930AC}"/>
              </a:ext>
            </a:extLst>
          </p:cNvPr>
          <p:cNvSpPr>
            <a:spLocks xmlns:a="http://schemas.openxmlformats.org/drawingml/2006/main" noGrp="1"/>
          </p:cNvSpPr>
          <p:nvPr/>
        </p:nvSpPr>
        <p:spPr>
          <a:xfrm xmlns:a="http://schemas.openxmlformats.org/drawingml/2006/main">
            <a:off x="1314450" y="1809750"/>
            <a:ext cx="95631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2700" b="1">
                <a:solidFill>
                  <a:srgbClr val="1454A3"/>
                </a:solidFill>
              </a:defRPr>
            </a:pPr>
            <a:r>
              <a:rPr sz="2700" b="1">
                <a:solidFill>
                  <a:srgbClr val="1454A3"/>
                </a:solidFill>
              </a:rPr>
              <a:t>Can moving air carry enough electricity...</a:t>
            </a:r>
          </a:p>
        </p:txBody>
      </p:sp>
      <p:sp>
        <p:nvSpPr>
          <p:cNvPr id="40" name="">
            <a:extLst xmlns:a="http://schemas.openxmlformats.org/drawingml/2006/main">
              <a:ext uri="{FF2B5EF4-FFF2-40B4-BE49-F238E27FC236}">
                <a16:creationId xmlns:a16="http://schemas.microsoft.com/office/drawing/2014/main" id="{498BF3ED-3E51-4AB4-A249-6C7BA2CE0315}"/>
              </a:ext>
            </a:extLst>
          </p:cNvPr>
          <p:cNvSpPr>
            <a:spLocks xmlns:a="http://schemas.openxmlformats.org/drawingml/2006/main" noGrp="1"/>
          </p:cNvSpPr>
          <p:nvPr/>
        </p:nvSpPr>
        <p:spPr>
          <a:xfrm xmlns:a="http://schemas.openxmlformats.org/drawingml/2006/main">
            <a:off x="1562100" y="3105150"/>
            <a:ext cx="90678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2250" b="1">
                <a:solidFill>
                  <a:srgbClr val="102A43"/>
                </a:solidFill>
              </a:defRPr>
            </a:pPr>
            <a:r>
              <a:rPr sz="2250" b="1">
                <a:solidFill>
                  <a:srgbClr val="102A43"/>
                </a:solidFill>
              </a:rPr>
              <a:t>without using too much power, making too much heat, or turning into a dangerous arc?</a:t>
            </a:r>
          </a:p>
        </p:txBody>
      </p:sp>
      <p:sp>
        <p:nvSpPr>
          <p:cNvPr id="41" name="">
            <a:extLst xmlns:a="http://schemas.openxmlformats.org/drawingml/2006/main">
              <a:ext uri="{FF2B5EF4-FFF2-40B4-BE49-F238E27FC236}">
                <a16:creationId xmlns:a16="http://schemas.microsoft.com/office/drawing/2014/main" id="{2E1C4622-594F-458D-A041-8887FD93183B}"/>
              </a:ext>
            </a:extLst>
          </p:cNvPr>
          <p:cNvSpPr>
            <a:spLocks xmlns:a="http://schemas.openxmlformats.org/drawingml/2006/main" noGrp="1"/>
          </p:cNvSpPr>
          <p:nvPr/>
        </p:nvSpPr>
        <p:spPr>
          <a:xfrm xmlns:a="http://schemas.openxmlformats.org/drawingml/2006/main">
            <a:off x="1790700" y="4762500"/>
            <a:ext cx="3752850" cy="800100"/>
          </a:xfrm>
          <a:prstGeom xmlns:a="http://schemas.openxmlformats.org/drawingml/2006/main" prst="roundRect">
            <a:avLst>
              <a:gd name="adj" fmla="val 19048"/>
            </a:avLst>
          </a:prstGeom>
          <a:solidFill xmlns:a="http://schemas.openxmlformats.org/drawingml/2006/main">
            <a:srgbClr val="EAF3D8"/>
          </a:solidFill>
          <a:ln xmlns:a="http://schemas.openxmlformats.org/drawingml/2006/main" w="9525">
            <a:solidFill>
              <a:srgbClr val="79A817"/>
            </a:solidFill>
            <a:prstDash val="solid"/>
          </a:ln>
        </p:spPr>
      </p:sp>
      <p:sp>
        <p:nvSpPr>
          <p:cNvPr id="42" name="">
            <a:extLst xmlns:a="http://schemas.openxmlformats.org/drawingml/2006/main">
              <a:ext uri="{FF2B5EF4-FFF2-40B4-BE49-F238E27FC236}">
                <a16:creationId xmlns:a16="http://schemas.microsoft.com/office/drawing/2014/main" id="{6953C725-76B7-4CF5-AA16-D0CE614695C7}"/>
              </a:ext>
            </a:extLst>
          </p:cNvPr>
          <p:cNvSpPr>
            <a:spLocks xmlns:a="http://schemas.openxmlformats.org/drawingml/2006/main" noGrp="1"/>
          </p:cNvSpPr>
          <p:nvPr/>
        </p:nvSpPr>
        <p:spPr>
          <a:xfrm xmlns:a="http://schemas.openxmlformats.org/drawingml/2006/main">
            <a:off x="2000250" y="4857750"/>
            <a:ext cx="33337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950" b="1">
                <a:solidFill>
                  <a:srgbClr val="79A817"/>
                </a:solidFill>
              </a:defRPr>
            </a:pPr>
            <a:r>
              <a:rPr sz="1950" b="1">
                <a:solidFill>
                  <a:srgbClr val="79A817"/>
                </a:solidFill>
              </a:rPr>
              <a:t>YES → design the next test</a:t>
            </a:r>
          </a:p>
        </p:txBody>
      </p:sp>
      <p:sp>
        <p:nvSpPr>
          <p:cNvPr id="43" name="">
            <a:extLst xmlns:a="http://schemas.openxmlformats.org/drawingml/2006/main">
              <a:ext uri="{FF2B5EF4-FFF2-40B4-BE49-F238E27FC236}">
                <a16:creationId xmlns:a16="http://schemas.microsoft.com/office/drawing/2014/main" id="{BFAB75C4-AA22-4F67-95C2-85503E31504D}"/>
              </a:ext>
            </a:extLst>
          </p:cNvPr>
          <p:cNvSpPr>
            <a:spLocks xmlns:a="http://schemas.openxmlformats.org/drawingml/2006/main" noGrp="1"/>
          </p:cNvSpPr>
          <p:nvPr/>
        </p:nvSpPr>
        <p:spPr>
          <a:xfrm xmlns:a="http://schemas.openxmlformats.org/drawingml/2006/main">
            <a:off x="6648450" y="4762500"/>
            <a:ext cx="3752850" cy="800100"/>
          </a:xfrm>
          <a:prstGeom xmlns:a="http://schemas.openxmlformats.org/drawingml/2006/main" prst="roundRect">
            <a:avLst>
              <a:gd name="adj" fmla="val 19048"/>
            </a:avLst>
          </a:prstGeom>
          <a:solidFill xmlns:a="http://schemas.openxmlformats.org/drawingml/2006/main">
            <a:srgbClr val="FAE9E7"/>
          </a:solidFill>
          <a:ln xmlns:a="http://schemas.openxmlformats.org/drawingml/2006/main" w="9525">
            <a:solidFill>
              <a:srgbClr val="B43B35"/>
            </a:solidFill>
            <a:prstDash val="solid"/>
          </a:ln>
        </p:spPr>
      </p:sp>
      <p:sp>
        <p:nvSpPr>
          <p:cNvPr id="44" name="">
            <a:extLst xmlns:a="http://schemas.openxmlformats.org/drawingml/2006/main">
              <a:ext uri="{FF2B5EF4-FFF2-40B4-BE49-F238E27FC236}">
                <a16:creationId xmlns:a16="http://schemas.microsoft.com/office/drawing/2014/main" id="{31FBBD28-892A-428F-9542-23559C7D81D1}"/>
              </a:ext>
            </a:extLst>
          </p:cNvPr>
          <p:cNvSpPr>
            <a:spLocks xmlns:a="http://schemas.openxmlformats.org/drawingml/2006/main" noGrp="1"/>
          </p:cNvSpPr>
          <p:nvPr/>
        </p:nvSpPr>
        <p:spPr>
          <a:xfrm xmlns:a="http://schemas.openxmlformats.org/drawingml/2006/main">
            <a:off x="6858000" y="4857750"/>
            <a:ext cx="33337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950" b="1">
                <a:solidFill>
                  <a:srgbClr val="B43B35"/>
                </a:solidFill>
              </a:defRPr>
            </a:pPr>
            <a:r>
              <a:rPr sz="1950" b="1">
                <a:solidFill>
                  <a:srgbClr val="B43B35"/>
                </a:solidFill>
              </a:rPr>
              <a:t>NO → stop or redesign</a:t>
            </a:r>
          </a:p>
        </p:txBody>
      </p:sp>
      <p:sp>
        <p:nvSpPr>
          <p:cNvPr id="45" name="">
            <a:extLst xmlns:a="http://schemas.openxmlformats.org/drawingml/2006/main">
              <a:ext uri="{FF2B5EF4-FFF2-40B4-BE49-F238E27FC236}">
                <a16:creationId xmlns:a16="http://schemas.microsoft.com/office/drawing/2014/main" id="{AB3ED6EC-CF72-4A5D-8A76-E4C62C374E93}"/>
              </a:ext>
            </a:extLst>
          </p:cNvPr>
          <p:cNvSpPr>
            <a:spLocks xmlns:a="http://schemas.openxmlformats.org/drawingml/2006/main" noGrp="1"/>
          </p:cNvSpPr>
          <p:nvPr/>
        </p:nvSpPr>
        <p:spPr>
          <a:xfrm xmlns:a="http://schemas.openxmlformats.org/drawingml/2006/main">
            <a:off x="609600" y="6419850"/>
            <a:ext cx="666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26575"/>
                </a:solidFill>
              </a:defRPr>
            </a:pPr>
            <a:r>
              <a:rPr sz="900" b="1">
                <a:solidFill>
                  <a:srgbClr val="526575"/>
                </a:solidFill>
              </a:rPr>
              <a:t>CRTFE P2  |  CONCEPT ONLY - NOT FLIGHT READY</a:t>
            </a:r>
          </a:p>
        </p:txBody>
      </p:sp>
      <p:sp>
        <p:nvSpPr>
          <p:cNvPr id="46" name="">
            <a:extLst xmlns:a="http://schemas.openxmlformats.org/drawingml/2006/main">
              <a:ext uri="{FF2B5EF4-FFF2-40B4-BE49-F238E27FC236}">
                <a16:creationId xmlns:a16="http://schemas.microsoft.com/office/drawing/2014/main" id="{C01ABFE4-001D-4A9D-BFB6-DB5E9C6680F5}"/>
              </a:ext>
            </a:extLst>
          </p:cNvPr>
          <p:cNvSpPr>
            <a:spLocks xmlns:a="http://schemas.openxmlformats.org/drawingml/2006/main" noGrp="1"/>
          </p:cNvSpPr>
          <p:nvPr/>
        </p:nvSpPr>
        <p:spPr>
          <a:xfrm xmlns:a="http://schemas.openxmlformats.org/drawingml/2006/main">
            <a:off x="7810500" y="6419850"/>
            <a:ext cx="3771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900" b="0">
                <a:solidFill>
                  <a:srgbClr val="526575"/>
                </a:solidFill>
              </a:defRPr>
            </a:pPr>
            <a:r>
              <a:rPr sz="900" b="0">
                <a:solidFill>
                  <a:srgbClr val="526575"/>
                </a:solidFill>
              </a:rPr>
              <a:t>Dorian Martin-Smith  |  Lawton, Oklahoma</a:t>
            </a:r>
          </a:p>
        </p:txBody>
      </p:sp>
    </p:spTree>
    <p:extLst>
      <p:ext uri="{BB962C8B-B14F-4D97-AF65-F5344CB8AC3E}">
        <p14:creationId xmlns:p14="http://schemas.microsoft.com/office/powerpoint/2010/main" val="197483471"/>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5" name="">
            <a:extLst xmlns:a="http://schemas.openxmlformats.org/drawingml/2006/main">
              <a:ext uri="{FF2B5EF4-FFF2-40B4-BE49-F238E27FC236}">
                <a16:creationId xmlns:a16="http://schemas.microsoft.com/office/drawing/2014/main" id="{B7008612-845D-4022-8F6D-59DD43624B59}"/>
              </a:ext>
            </a:extLst>
          </p:cNvPr>
          <p:cNvSpPr>
            <a:spLocks xmlns:a="http://schemas.openxmlformats.org/drawingml/2006/main" noGrp="1"/>
          </p:cNvSpPr>
          <p:nvPr/>
        </p:nvSpPr>
        <p:spPr>
          <a:xfrm xmlns:a="http://schemas.openxmlformats.org/drawingml/2006/main">
            <a:off x="0" y="0"/>
            <a:ext cx="9525" cy="6858000"/>
          </a:xfrm>
          <a:prstGeom xmlns:a="http://schemas.openxmlformats.org/drawingml/2006/main" prst="rect">
            <a:avLst/>
          </a:prstGeom>
          <a:solidFill xmlns:a="http://schemas.openxmlformats.org/drawingml/2006/main">
            <a:srgbClr val="C9DDF2"/>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B3316587-F6B4-4873-A378-991F6D169DFD}"/>
              </a:ext>
            </a:extLst>
          </p:cNvPr>
          <p:cNvSpPr>
            <a:spLocks xmlns:a="http://schemas.openxmlformats.org/drawingml/2006/main" noGrp="1"/>
          </p:cNvSpPr>
          <p:nvPr/>
        </p:nvSpPr>
        <p:spPr>
          <a:xfrm xmlns:a="http://schemas.openxmlformats.org/drawingml/2006/main">
            <a:off x="609600" y="0"/>
            <a:ext cx="9525" cy="6858000"/>
          </a:xfrm>
          <a:prstGeom xmlns:a="http://schemas.openxmlformats.org/drawingml/2006/main" prst="rect">
            <a:avLst/>
          </a:prstGeom>
          <a:solidFill xmlns:a="http://schemas.openxmlformats.org/drawingml/2006/main">
            <a:srgbClr val="C9DDF2"/>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61975AB8-CA12-4E95-B5ED-4CEDF14156BF}"/>
              </a:ext>
            </a:extLst>
          </p:cNvPr>
          <p:cNvSpPr>
            <a:spLocks xmlns:a="http://schemas.openxmlformats.org/drawingml/2006/main" noGrp="1"/>
          </p:cNvSpPr>
          <p:nvPr/>
        </p:nvSpPr>
        <p:spPr>
          <a:xfrm xmlns:a="http://schemas.openxmlformats.org/drawingml/2006/main">
            <a:off x="1219200" y="0"/>
            <a:ext cx="9525" cy="6858000"/>
          </a:xfrm>
          <a:prstGeom xmlns:a="http://schemas.openxmlformats.org/drawingml/2006/main" prst="rect">
            <a:avLst/>
          </a:prstGeom>
          <a:solidFill xmlns:a="http://schemas.openxmlformats.org/drawingml/2006/main">
            <a:srgbClr val="C9DDF2"/>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86C0FCC8-14E3-4301-AB99-6F460027D9B9}"/>
              </a:ext>
            </a:extLst>
          </p:cNvPr>
          <p:cNvSpPr>
            <a:spLocks xmlns:a="http://schemas.openxmlformats.org/drawingml/2006/main" noGrp="1"/>
          </p:cNvSpPr>
          <p:nvPr/>
        </p:nvSpPr>
        <p:spPr>
          <a:xfrm xmlns:a="http://schemas.openxmlformats.org/drawingml/2006/main">
            <a:off x="1828800" y="0"/>
            <a:ext cx="9525" cy="6858000"/>
          </a:xfrm>
          <a:prstGeom xmlns:a="http://schemas.openxmlformats.org/drawingml/2006/main" prst="rect">
            <a:avLst/>
          </a:prstGeom>
          <a:solidFill xmlns:a="http://schemas.openxmlformats.org/drawingml/2006/main">
            <a:srgbClr val="C9DDF2"/>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38E10D7F-215E-470C-8C48-3D8F3A9FFB46}"/>
              </a:ext>
            </a:extLst>
          </p:cNvPr>
          <p:cNvSpPr>
            <a:spLocks xmlns:a="http://schemas.openxmlformats.org/drawingml/2006/main" noGrp="1"/>
          </p:cNvSpPr>
          <p:nvPr/>
        </p:nvSpPr>
        <p:spPr>
          <a:xfrm xmlns:a="http://schemas.openxmlformats.org/drawingml/2006/main">
            <a:off x="2438400" y="0"/>
            <a:ext cx="9525" cy="6858000"/>
          </a:xfrm>
          <a:prstGeom xmlns:a="http://schemas.openxmlformats.org/drawingml/2006/main" prst="rect">
            <a:avLst/>
          </a:prstGeom>
          <a:solidFill xmlns:a="http://schemas.openxmlformats.org/drawingml/2006/main">
            <a:srgbClr val="C9DDF2"/>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6D694EE0-2D77-47A9-94D4-34BF4B22370C}"/>
              </a:ext>
            </a:extLst>
          </p:cNvPr>
          <p:cNvSpPr>
            <a:spLocks xmlns:a="http://schemas.openxmlformats.org/drawingml/2006/main" noGrp="1"/>
          </p:cNvSpPr>
          <p:nvPr/>
        </p:nvSpPr>
        <p:spPr>
          <a:xfrm xmlns:a="http://schemas.openxmlformats.org/drawingml/2006/main">
            <a:off x="3048000" y="0"/>
            <a:ext cx="9525" cy="6858000"/>
          </a:xfrm>
          <a:prstGeom xmlns:a="http://schemas.openxmlformats.org/drawingml/2006/main" prst="rect">
            <a:avLst/>
          </a:prstGeom>
          <a:solidFill xmlns:a="http://schemas.openxmlformats.org/drawingml/2006/main">
            <a:srgbClr val="C9DDF2"/>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FD9CD563-7AA5-4345-B0EC-A1DD942A588B}"/>
              </a:ext>
            </a:extLst>
          </p:cNvPr>
          <p:cNvSpPr>
            <a:spLocks xmlns:a="http://schemas.openxmlformats.org/drawingml/2006/main" noGrp="1"/>
          </p:cNvSpPr>
          <p:nvPr/>
        </p:nvSpPr>
        <p:spPr>
          <a:xfrm xmlns:a="http://schemas.openxmlformats.org/drawingml/2006/main">
            <a:off x="3657600" y="0"/>
            <a:ext cx="9525" cy="6858000"/>
          </a:xfrm>
          <a:prstGeom xmlns:a="http://schemas.openxmlformats.org/drawingml/2006/main" prst="rect">
            <a:avLst/>
          </a:prstGeom>
          <a:solidFill xmlns:a="http://schemas.openxmlformats.org/drawingml/2006/main">
            <a:srgbClr val="C9DDF2"/>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5F870B85-8063-4A60-8E76-A01A9A45FA6F}"/>
              </a:ext>
            </a:extLst>
          </p:cNvPr>
          <p:cNvSpPr>
            <a:spLocks xmlns:a="http://schemas.openxmlformats.org/drawingml/2006/main" noGrp="1"/>
          </p:cNvSpPr>
          <p:nvPr/>
        </p:nvSpPr>
        <p:spPr>
          <a:xfrm xmlns:a="http://schemas.openxmlformats.org/drawingml/2006/main">
            <a:off x="4267200" y="0"/>
            <a:ext cx="9525" cy="6858000"/>
          </a:xfrm>
          <a:prstGeom xmlns:a="http://schemas.openxmlformats.org/drawingml/2006/main" prst="rect">
            <a:avLst/>
          </a:prstGeom>
          <a:solidFill xmlns:a="http://schemas.openxmlformats.org/drawingml/2006/main">
            <a:srgbClr val="C9DDF2"/>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855EE87E-6616-4A57-B007-584649DB32E0}"/>
              </a:ext>
            </a:extLst>
          </p:cNvPr>
          <p:cNvSpPr>
            <a:spLocks xmlns:a="http://schemas.openxmlformats.org/drawingml/2006/main" noGrp="1"/>
          </p:cNvSpPr>
          <p:nvPr/>
        </p:nvSpPr>
        <p:spPr>
          <a:xfrm xmlns:a="http://schemas.openxmlformats.org/drawingml/2006/main">
            <a:off x="4876800" y="0"/>
            <a:ext cx="9525" cy="6858000"/>
          </a:xfrm>
          <a:prstGeom xmlns:a="http://schemas.openxmlformats.org/drawingml/2006/main" prst="rect">
            <a:avLst/>
          </a:prstGeom>
          <a:solidFill xmlns:a="http://schemas.openxmlformats.org/drawingml/2006/main">
            <a:srgbClr val="C9DDF2"/>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AA721AF6-9BC3-4F97-9C0B-DAE38A73E8C5}"/>
              </a:ext>
            </a:extLst>
          </p:cNvPr>
          <p:cNvSpPr>
            <a:spLocks xmlns:a="http://schemas.openxmlformats.org/drawingml/2006/main" noGrp="1"/>
          </p:cNvSpPr>
          <p:nvPr/>
        </p:nvSpPr>
        <p:spPr>
          <a:xfrm xmlns:a="http://schemas.openxmlformats.org/drawingml/2006/main">
            <a:off x="5486400" y="0"/>
            <a:ext cx="9525" cy="6858000"/>
          </a:xfrm>
          <a:prstGeom xmlns:a="http://schemas.openxmlformats.org/drawingml/2006/main" prst="rect">
            <a:avLst/>
          </a:prstGeom>
          <a:solidFill xmlns:a="http://schemas.openxmlformats.org/drawingml/2006/main">
            <a:srgbClr val="C9DDF2"/>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C1CA52CB-E319-415E-8D05-11FFA5E4DDDC}"/>
              </a:ext>
            </a:extLst>
          </p:cNvPr>
          <p:cNvSpPr>
            <a:spLocks xmlns:a="http://schemas.openxmlformats.org/drawingml/2006/main" noGrp="1"/>
          </p:cNvSpPr>
          <p:nvPr/>
        </p:nvSpPr>
        <p:spPr>
          <a:xfrm xmlns:a="http://schemas.openxmlformats.org/drawingml/2006/main">
            <a:off x="6096000" y="0"/>
            <a:ext cx="9525" cy="6858000"/>
          </a:xfrm>
          <a:prstGeom xmlns:a="http://schemas.openxmlformats.org/drawingml/2006/main" prst="rect">
            <a:avLst/>
          </a:prstGeom>
          <a:solidFill xmlns:a="http://schemas.openxmlformats.org/drawingml/2006/main">
            <a:srgbClr val="C9DDF2"/>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63528CD1-F065-446E-AE1A-6EF5E33F0632}"/>
              </a:ext>
            </a:extLst>
          </p:cNvPr>
          <p:cNvSpPr>
            <a:spLocks xmlns:a="http://schemas.openxmlformats.org/drawingml/2006/main" noGrp="1"/>
          </p:cNvSpPr>
          <p:nvPr/>
        </p:nvSpPr>
        <p:spPr>
          <a:xfrm xmlns:a="http://schemas.openxmlformats.org/drawingml/2006/main">
            <a:off x="6705600" y="0"/>
            <a:ext cx="9525" cy="6858000"/>
          </a:xfrm>
          <a:prstGeom xmlns:a="http://schemas.openxmlformats.org/drawingml/2006/main" prst="rect">
            <a:avLst/>
          </a:prstGeom>
          <a:solidFill xmlns:a="http://schemas.openxmlformats.org/drawingml/2006/main">
            <a:srgbClr val="C9DDF2"/>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74872C4F-C369-4D76-9F93-73470D563D05}"/>
              </a:ext>
            </a:extLst>
          </p:cNvPr>
          <p:cNvSpPr>
            <a:spLocks xmlns:a="http://schemas.openxmlformats.org/drawingml/2006/main" noGrp="1"/>
          </p:cNvSpPr>
          <p:nvPr/>
        </p:nvSpPr>
        <p:spPr>
          <a:xfrm xmlns:a="http://schemas.openxmlformats.org/drawingml/2006/main">
            <a:off x="7315200" y="0"/>
            <a:ext cx="9525" cy="6858000"/>
          </a:xfrm>
          <a:prstGeom xmlns:a="http://schemas.openxmlformats.org/drawingml/2006/main" prst="rect">
            <a:avLst/>
          </a:prstGeom>
          <a:solidFill xmlns:a="http://schemas.openxmlformats.org/drawingml/2006/main">
            <a:srgbClr val="C9DDF2"/>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99FAE54D-9506-4F2E-B830-C62F1350CB2B}"/>
              </a:ext>
            </a:extLst>
          </p:cNvPr>
          <p:cNvSpPr>
            <a:spLocks xmlns:a="http://schemas.openxmlformats.org/drawingml/2006/main" noGrp="1"/>
          </p:cNvSpPr>
          <p:nvPr/>
        </p:nvSpPr>
        <p:spPr>
          <a:xfrm xmlns:a="http://schemas.openxmlformats.org/drawingml/2006/main">
            <a:off x="7924800" y="0"/>
            <a:ext cx="9525" cy="6858000"/>
          </a:xfrm>
          <a:prstGeom xmlns:a="http://schemas.openxmlformats.org/drawingml/2006/main" prst="rect">
            <a:avLst/>
          </a:prstGeom>
          <a:solidFill xmlns:a="http://schemas.openxmlformats.org/drawingml/2006/main">
            <a:srgbClr val="C9DDF2"/>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8918FDB2-2640-4D0F-9CA7-36517DB79A7E}"/>
              </a:ext>
            </a:extLst>
          </p:cNvPr>
          <p:cNvSpPr>
            <a:spLocks xmlns:a="http://schemas.openxmlformats.org/drawingml/2006/main" noGrp="1"/>
          </p:cNvSpPr>
          <p:nvPr/>
        </p:nvSpPr>
        <p:spPr>
          <a:xfrm xmlns:a="http://schemas.openxmlformats.org/drawingml/2006/main">
            <a:off x="8534400" y="0"/>
            <a:ext cx="9525" cy="6858000"/>
          </a:xfrm>
          <a:prstGeom xmlns:a="http://schemas.openxmlformats.org/drawingml/2006/main" prst="rect">
            <a:avLst/>
          </a:prstGeom>
          <a:solidFill xmlns:a="http://schemas.openxmlformats.org/drawingml/2006/main">
            <a:srgbClr val="C9DDF2"/>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02D07FD5-AF6A-4BA8-978B-5B8E83495FD2}"/>
              </a:ext>
            </a:extLst>
          </p:cNvPr>
          <p:cNvSpPr>
            <a:spLocks xmlns:a="http://schemas.openxmlformats.org/drawingml/2006/main" noGrp="1"/>
          </p:cNvSpPr>
          <p:nvPr/>
        </p:nvSpPr>
        <p:spPr>
          <a:xfrm xmlns:a="http://schemas.openxmlformats.org/drawingml/2006/main">
            <a:off x="9144000" y="0"/>
            <a:ext cx="9525" cy="6858000"/>
          </a:xfrm>
          <a:prstGeom xmlns:a="http://schemas.openxmlformats.org/drawingml/2006/main" prst="rect">
            <a:avLst/>
          </a:prstGeom>
          <a:solidFill xmlns:a="http://schemas.openxmlformats.org/drawingml/2006/main">
            <a:srgbClr val="C9DDF2"/>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EB91F08F-5A31-4742-ACC8-AD2229AEE54C}"/>
              </a:ext>
            </a:extLst>
          </p:cNvPr>
          <p:cNvSpPr>
            <a:spLocks xmlns:a="http://schemas.openxmlformats.org/drawingml/2006/main" noGrp="1"/>
          </p:cNvSpPr>
          <p:nvPr/>
        </p:nvSpPr>
        <p:spPr>
          <a:xfrm xmlns:a="http://schemas.openxmlformats.org/drawingml/2006/main">
            <a:off x="9753600" y="0"/>
            <a:ext cx="9525" cy="6858000"/>
          </a:xfrm>
          <a:prstGeom xmlns:a="http://schemas.openxmlformats.org/drawingml/2006/main" prst="rect">
            <a:avLst/>
          </a:prstGeom>
          <a:solidFill xmlns:a="http://schemas.openxmlformats.org/drawingml/2006/main">
            <a:srgbClr val="C9DDF2"/>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05EEC160-AA66-4A18-B434-6DEE7E97AA7E}"/>
              </a:ext>
            </a:extLst>
          </p:cNvPr>
          <p:cNvSpPr>
            <a:spLocks xmlns:a="http://schemas.openxmlformats.org/drawingml/2006/main" noGrp="1"/>
          </p:cNvSpPr>
          <p:nvPr/>
        </p:nvSpPr>
        <p:spPr>
          <a:xfrm xmlns:a="http://schemas.openxmlformats.org/drawingml/2006/main">
            <a:off x="10363200" y="0"/>
            <a:ext cx="9525" cy="6858000"/>
          </a:xfrm>
          <a:prstGeom xmlns:a="http://schemas.openxmlformats.org/drawingml/2006/main" prst="rect">
            <a:avLst/>
          </a:prstGeom>
          <a:solidFill xmlns:a="http://schemas.openxmlformats.org/drawingml/2006/main">
            <a:srgbClr val="C9DDF2"/>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4A519F57-5751-450C-812E-6041EDF61397}"/>
              </a:ext>
            </a:extLst>
          </p:cNvPr>
          <p:cNvSpPr>
            <a:spLocks xmlns:a="http://schemas.openxmlformats.org/drawingml/2006/main" noGrp="1"/>
          </p:cNvSpPr>
          <p:nvPr/>
        </p:nvSpPr>
        <p:spPr>
          <a:xfrm xmlns:a="http://schemas.openxmlformats.org/drawingml/2006/main">
            <a:off x="10972800" y="0"/>
            <a:ext cx="9525" cy="6858000"/>
          </a:xfrm>
          <a:prstGeom xmlns:a="http://schemas.openxmlformats.org/drawingml/2006/main" prst="rect">
            <a:avLst/>
          </a:prstGeom>
          <a:solidFill xmlns:a="http://schemas.openxmlformats.org/drawingml/2006/main">
            <a:srgbClr val="C9DDF2"/>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34E5FA9F-5B74-41BC-8F2D-3A3807645D5E}"/>
              </a:ext>
            </a:extLst>
          </p:cNvPr>
          <p:cNvSpPr>
            <a:spLocks xmlns:a="http://schemas.openxmlformats.org/drawingml/2006/main" noGrp="1"/>
          </p:cNvSpPr>
          <p:nvPr/>
        </p:nvSpPr>
        <p:spPr>
          <a:xfrm xmlns:a="http://schemas.openxmlformats.org/drawingml/2006/main">
            <a:off x="11582400" y="0"/>
            <a:ext cx="9525" cy="6858000"/>
          </a:xfrm>
          <a:prstGeom xmlns:a="http://schemas.openxmlformats.org/drawingml/2006/main" prst="rect">
            <a:avLst/>
          </a:prstGeom>
          <a:solidFill xmlns:a="http://schemas.openxmlformats.org/drawingml/2006/main">
            <a:srgbClr val="C9DDF2"/>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BF8ECD42-904A-45E3-9596-8AC73155D917}"/>
              </a:ext>
            </a:extLst>
          </p:cNvPr>
          <p:cNvSpPr>
            <a:spLocks xmlns:a="http://schemas.openxmlformats.org/drawingml/2006/main" noGrp="1"/>
          </p:cNvSpPr>
          <p:nvPr/>
        </p:nvSpPr>
        <p:spPr>
          <a:xfrm xmlns:a="http://schemas.openxmlformats.org/drawingml/2006/main">
            <a:off x="12192000" y="0"/>
            <a:ext cx="9525" cy="6858000"/>
          </a:xfrm>
          <a:prstGeom xmlns:a="http://schemas.openxmlformats.org/drawingml/2006/main" prst="rect">
            <a:avLst/>
          </a:prstGeom>
          <a:solidFill xmlns:a="http://schemas.openxmlformats.org/drawingml/2006/main">
            <a:srgbClr val="C9DDF2"/>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4B00C205-AF5B-4A9C-876D-38506643734B}"/>
              </a:ext>
            </a:extLst>
          </p:cNvPr>
          <p:cNvSpPr>
            <a:spLocks xmlns:a="http://schemas.openxmlformats.org/drawingml/2006/main" noGrp="1"/>
          </p:cNvSpPr>
          <p:nvPr/>
        </p:nvSpPr>
        <p:spPr>
          <a:xfrm xmlns:a="http://schemas.openxmlformats.org/drawingml/2006/main">
            <a:off x="0" y="0"/>
            <a:ext cx="12192000" cy="9525"/>
          </a:xfrm>
          <a:prstGeom xmlns:a="http://schemas.openxmlformats.org/drawingml/2006/main" prst="rect">
            <a:avLst/>
          </a:prstGeom>
          <a:solidFill xmlns:a="http://schemas.openxmlformats.org/drawingml/2006/main">
            <a:srgbClr val="C9DDF2"/>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80403981-E5E7-4BFF-8AB1-103CC8846488}"/>
              </a:ext>
            </a:extLst>
          </p:cNvPr>
          <p:cNvSpPr>
            <a:spLocks xmlns:a="http://schemas.openxmlformats.org/drawingml/2006/main" noGrp="1"/>
          </p:cNvSpPr>
          <p:nvPr/>
        </p:nvSpPr>
        <p:spPr>
          <a:xfrm xmlns:a="http://schemas.openxmlformats.org/drawingml/2006/main">
            <a:off x="0" y="609600"/>
            <a:ext cx="12192000" cy="9525"/>
          </a:xfrm>
          <a:prstGeom xmlns:a="http://schemas.openxmlformats.org/drawingml/2006/main" prst="rect">
            <a:avLst/>
          </a:prstGeom>
          <a:solidFill xmlns:a="http://schemas.openxmlformats.org/drawingml/2006/main">
            <a:srgbClr val="C9DDF2"/>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50DB40DE-5C64-4EE6-A9DE-08A8E66A03EE}"/>
              </a:ext>
            </a:extLst>
          </p:cNvPr>
          <p:cNvSpPr>
            <a:spLocks xmlns:a="http://schemas.openxmlformats.org/drawingml/2006/main" noGrp="1"/>
          </p:cNvSpPr>
          <p:nvPr/>
        </p:nvSpPr>
        <p:spPr>
          <a:xfrm xmlns:a="http://schemas.openxmlformats.org/drawingml/2006/main">
            <a:off x="0" y="1219200"/>
            <a:ext cx="12192000" cy="9525"/>
          </a:xfrm>
          <a:prstGeom xmlns:a="http://schemas.openxmlformats.org/drawingml/2006/main" prst="rect">
            <a:avLst/>
          </a:prstGeom>
          <a:solidFill xmlns:a="http://schemas.openxmlformats.org/drawingml/2006/main">
            <a:srgbClr val="C9DDF2"/>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73F3B4A1-BF97-4F7F-9B88-E535E48BDA60}"/>
              </a:ext>
            </a:extLst>
          </p:cNvPr>
          <p:cNvSpPr>
            <a:spLocks xmlns:a="http://schemas.openxmlformats.org/drawingml/2006/main" noGrp="1"/>
          </p:cNvSpPr>
          <p:nvPr/>
        </p:nvSpPr>
        <p:spPr>
          <a:xfrm xmlns:a="http://schemas.openxmlformats.org/drawingml/2006/main">
            <a:off x="0" y="1828800"/>
            <a:ext cx="12192000" cy="9525"/>
          </a:xfrm>
          <a:prstGeom xmlns:a="http://schemas.openxmlformats.org/drawingml/2006/main" prst="rect">
            <a:avLst/>
          </a:prstGeom>
          <a:solidFill xmlns:a="http://schemas.openxmlformats.org/drawingml/2006/main">
            <a:srgbClr val="C9DDF2"/>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E76F66E2-509E-4F52-8A50-6BFE3322C2AE}"/>
              </a:ext>
            </a:extLst>
          </p:cNvPr>
          <p:cNvSpPr>
            <a:spLocks xmlns:a="http://schemas.openxmlformats.org/drawingml/2006/main" noGrp="1"/>
          </p:cNvSpPr>
          <p:nvPr/>
        </p:nvSpPr>
        <p:spPr>
          <a:xfrm xmlns:a="http://schemas.openxmlformats.org/drawingml/2006/main">
            <a:off x="0" y="2438400"/>
            <a:ext cx="12192000" cy="9525"/>
          </a:xfrm>
          <a:prstGeom xmlns:a="http://schemas.openxmlformats.org/drawingml/2006/main" prst="rect">
            <a:avLst/>
          </a:prstGeom>
          <a:solidFill xmlns:a="http://schemas.openxmlformats.org/drawingml/2006/main">
            <a:srgbClr val="C9DDF2"/>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0673A233-200F-475C-841A-3077763D4438}"/>
              </a:ext>
            </a:extLst>
          </p:cNvPr>
          <p:cNvSpPr>
            <a:spLocks xmlns:a="http://schemas.openxmlformats.org/drawingml/2006/main" noGrp="1"/>
          </p:cNvSpPr>
          <p:nvPr/>
        </p:nvSpPr>
        <p:spPr>
          <a:xfrm xmlns:a="http://schemas.openxmlformats.org/drawingml/2006/main">
            <a:off x="0" y="3048000"/>
            <a:ext cx="12192000" cy="9525"/>
          </a:xfrm>
          <a:prstGeom xmlns:a="http://schemas.openxmlformats.org/drawingml/2006/main" prst="rect">
            <a:avLst/>
          </a:prstGeom>
          <a:solidFill xmlns:a="http://schemas.openxmlformats.org/drawingml/2006/main">
            <a:srgbClr val="C9DDF2"/>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12FE3E53-7BAE-492D-B7BF-3F8A537E8691}"/>
              </a:ext>
            </a:extLst>
          </p:cNvPr>
          <p:cNvSpPr>
            <a:spLocks xmlns:a="http://schemas.openxmlformats.org/drawingml/2006/main" noGrp="1"/>
          </p:cNvSpPr>
          <p:nvPr/>
        </p:nvSpPr>
        <p:spPr>
          <a:xfrm xmlns:a="http://schemas.openxmlformats.org/drawingml/2006/main">
            <a:off x="0" y="3657600"/>
            <a:ext cx="12192000" cy="9525"/>
          </a:xfrm>
          <a:prstGeom xmlns:a="http://schemas.openxmlformats.org/drawingml/2006/main" prst="rect">
            <a:avLst/>
          </a:prstGeom>
          <a:solidFill xmlns:a="http://schemas.openxmlformats.org/drawingml/2006/main">
            <a:srgbClr val="C9DDF2"/>
          </a:solidFill>
          <a:ln xmlns:a="http://schemas.openxmlformats.org/drawingml/2006/main" w="0">
            <a:noFill/>
            <a:prstDash val="solid"/>
          </a:ln>
        </p:spPr>
      </p:sp>
      <p:sp>
        <p:nvSpPr>
          <p:cNvPr id="29" name="">
            <a:extLst xmlns:a="http://schemas.openxmlformats.org/drawingml/2006/main">
              <a:ext uri="{FF2B5EF4-FFF2-40B4-BE49-F238E27FC236}">
                <a16:creationId xmlns:a16="http://schemas.microsoft.com/office/drawing/2014/main" id="{EA7A296E-33D5-439A-9DB6-69D807E63F37}"/>
              </a:ext>
            </a:extLst>
          </p:cNvPr>
          <p:cNvSpPr>
            <a:spLocks xmlns:a="http://schemas.openxmlformats.org/drawingml/2006/main" noGrp="1"/>
          </p:cNvSpPr>
          <p:nvPr/>
        </p:nvSpPr>
        <p:spPr>
          <a:xfrm xmlns:a="http://schemas.openxmlformats.org/drawingml/2006/main">
            <a:off x="0" y="4267200"/>
            <a:ext cx="12192000" cy="9525"/>
          </a:xfrm>
          <a:prstGeom xmlns:a="http://schemas.openxmlformats.org/drawingml/2006/main" prst="rect">
            <a:avLst/>
          </a:prstGeom>
          <a:solidFill xmlns:a="http://schemas.openxmlformats.org/drawingml/2006/main">
            <a:srgbClr val="C9DDF2"/>
          </a:solidFill>
          <a:ln xmlns:a="http://schemas.openxmlformats.org/drawingml/2006/main" w="0">
            <a:noFill/>
            <a:prstDash val="solid"/>
          </a:ln>
        </p:spPr>
      </p:sp>
      <p:sp>
        <p:nvSpPr>
          <p:cNvPr id="30" name="">
            <a:extLst xmlns:a="http://schemas.openxmlformats.org/drawingml/2006/main">
              <a:ext uri="{FF2B5EF4-FFF2-40B4-BE49-F238E27FC236}">
                <a16:creationId xmlns:a16="http://schemas.microsoft.com/office/drawing/2014/main" id="{C92DBD7B-4E43-409C-AEB5-376C8E8E37CF}"/>
              </a:ext>
            </a:extLst>
          </p:cNvPr>
          <p:cNvSpPr>
            <a:spLocks xmlns:a="http://schemas.openxmlformats.org/drawingml/2006/main" noGrp="1"/>
          </p:cNvSpPr>
          <p:nvPr/>
        </p:nvSpPr>
        <p:spPr>
          <a:xfrm xmlns:a="http://schemas.openxmlformats.org/drawingml/2006/main">
            <a:off x="0" y="4876800"/>
            <a:ext cx="12192000" cy="9525"/>
          </a:xfrm>
          <a:prstGeom xmlns:a="http://schemas.openxmlformats.org/drawingml/2006/main" prst="rect">
            <a:avLst/>
          </a:prstGeom>
          <a:solidFill xmlns:a="http://schemas.openxmlformats.org/drawingml/2006/main">
            <a:srgbClr val="C9DDF2"/>
          </a:solidFill>
          <a:ln xmlns:a="http://schemas.openxmlformats.org/drawingml/2006/main" w="0">
            <a:noFill/>
            <a:prstDash val="solid"/>
          </a:ln>
        </p:spPr>
      </p:sp>
      <p:sp>
        <p:nvSpPr>
          <p:cNvPr id="31" name="">
            <a:extLst xmlns:a="http://schemas.openxmlformats.org/drawingml/2006/main">
              <a:ext uri="{FF2B5EF4-FFF2-40B4-BE49-F238E27FC236}">
                <a16:creationId xmlns:a16="http://schemas.microsoft.com/office/drawing/2014/main" id="{28D2D15A-963A-4B20-85B2-FB2BDB4DAE3E}"/>
              </a:ext>
            </a:extLst>
          </p:cNvPr>
          <p:cNvSpPr>
            <a:spLocks xmlns:a="http://schemas.openxmlformats.org/drawingml/2006/main" noGrp="1"/>
          </p:cNvSpPr>
          <p:nvPr/>
        </p:nvSpPr>
        <p:spPr>
          <a:xfrm xmlns:a="http://schemas.openxmlformats.org/drawingml/2006/main">
            <a:off x="0" y="5486400"/>
            <a:ext cx="12192000" cy="9525"/>
          </a:xfrm>
          <a:prstGeom xmlns:a="http://schemas.openxmlformats.org/drawingml/2006/main" prst="rect">
            <a:avLst/>
          </a:prstGeom>
          <a:solidFill xmlns:a="http://schemas.openxmlformats.org/drawingml/2006/main">
            <a:srgbClr val="C9DDF2"/>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526027A5-5B30-4606-AA71-0EA15B8AECC5}"/>
              </a:ext>
            </a:extLst>
          </p:cNvPr>
          <p:cNvSpPr>
            <a:spLocks xmlns:a="http://schemas.openxmlformats.org/drawingml/2006/main" noGrp="1"/>
          </p:cNvSpPr>
          <p:nvPr/>
        </p:nvSpPr>
        <p:spPr>
          <a:xfrm xmlns:a="http://schemas.openxmlformats.org/drawingml/2006/main">
            <a:off x="0" y="6096000"/>
            <a:ext cx="12192000" cy="9525"/>
          </a:xfrm>
          <a:prstGeom xmlns:a="http://schemas.openxmlformats.org/drawingml/2006/main" prst="rect">
            <a:avLst/>
          </a:prstGeom>
          <a:solidFill xmlns:a="http://schemas.openxmlformats.org/drawingml/2006/main">
            <a:srgbClr val="C9DDF2"/>
          </a:solidFill>
          <a:ln xmlns:a="http://schemas.openxmlformats.org/drawingml/2006/main" w="0">
            <a:noFill/>
            <a:prstDash val="solid"/>
          </a:ln>
        </p:spPr>
      </p:sp>
      <p:sp>
        <p:nvSpPr>
          <p:cNvPr id="33" name="">
            <a:extLst xmlns:a="http://schemas.openxmlformats.org/drawingml/2006/main">
              <a:ext uri="{FF2B5EF4-FFF2-40B4-BE49-F238E27FC236}">
                <a16:creationId xmlns:a16="http://schemas.microsoft.com/office/drawing/2014/main" id="{DA0CEBF1-BE87-4FAE-AE8B-72B21F7B6AE5}"/>
              </a:ext>
            </a:extLst>
          </p:cNvPr>
          <p:cNvSpPr>
            <a:spLocks xmlns:a="http://schemas.openxmlformats.org/drawingml/2006/main" noGrp="1"/>
          </p:cNvSpPr>
          <p:nvPr/>
        </p:nvSpPr>
        <p:spPr>
          <a:xfrm xmlns:a="http://schemas.openxmlformats.org/drawingml/2006/main">
            <a:off x="0" y="6705600"/>
            <a:ext cx="12192000" cy="9525"/>
          </a:xfrm>
          <a:prstGeom xmlns:a="http://schemas.openxmlformats.org/drawingml/2006/main" prst="rect">
            <a:avLst/>
          </a:prstGeom>
          <a:solidFill xmlns:a="http://schemas.openxmlformats.org/drawingml/2006/main">
            <a:srgbClr val="C9DDF2"/>
          </a:solidFill>
          <a:ln xmlns:a="http://schemas.openxmlformats.org/drawingml/2006/main" w="0">
            <a:noFill/>
            <a:prstDash val="solid"/>
          </a:ln>
        </p:spPr>
      </p:sp>
      <p:sp>
        <p:nvSpPr>
          <p:cNvPr id="34" name="">
            <a:extLst xmlns:a="http://schemas.openxmlformats.org/drawingml/2006/main">
              <a:ext uri="{FF2B5EF4-FFF2-40B4-BE49-F238E27FC236}">
                <a16:creationId xmlns:a16="http://schemas.microsoft.com/office/drawing/2014/main" id="{E1544FB9-CF00-48ED-9B15-E09E5CE7B18A}"/>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79A817"/>
          </a:solidFill>
          <a:ln xmlns:a="http://schemas.openxmlformats.org/drawingml/2006/main" w="0">
            <a:noFill/>
            <a:prstDash val="solid"/>
          </a:ln>
        </p:spPr>
      </p:sp>
      <p:sp>
        <p:nvSpPr>
          <p:cNvPr id="35" name="">
            <a:extLst xmlns:a="http://schemas.openxmlformats.org/drawingml/2006/main">
              <a:ext uri="{FF2B5EF4-FFF2-40B4-BE49-F238E27FC236}">
                <a16:creationId xmlns:a16="http://schemas.microsoft.com/office/drawing/2014/main" id="{0D1F76D4-8825-4ED5-B992-1AB787592A4E}"/>
              </a:ext>
            </a:extLst>
          </p:cNvPr>
          <p:cNvSpPr>
            <a:spLocks xmlns:a="http://schemas.openxmlformats.org/drawingml/2006/main" noGrp="1"/>
          </p:cNvSpPr>
          <p:nvPr/>
        </p:nvSpPr>
        <p:spPr>
          <a:xfrm xmlns:a="http://schemas.openxmlformats.org/drawingml/2006/main">
            <a:off x="590550" y="552450"/>
            <a:ext cx="10477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250" b="1">
                <a:solidFill>
                  <a:srgbClr val="102A43"/>
                </a:solidFill>
              </a:defRPr>
            </a:pPr>
            <a:r>
              <a:rPr sz="2250" b="1">
                <a:solidFill>
                  <a:srgbClr val="102A43"/>
                </a:solidFill>
              </a:rPr>
              <a:t>V0.3 is our first experiment</a:t>
            </a:r>
          </a:p>
        </p:txBody>
      </p:sp>
      <p:sp>
        <p:nvSpPr>
          <p:cNvPr id="36" name="">
            <a:extLst xmlns:a="http://schemas.openxmlformats.org/drawingml/2006/main">
              <a:ext uri="{FF2B5EF4-FFF2-40B4-BE49-F238E27FC236}">
                <a16:creationId xmlns:a16="http://schemas.microsoft.com/office/drawing/2014/main" id="{CDAC7E14-166F-4140-BFA9-005AEC7F125A}"/>
              </a:ext>
            </a:extLst>
          </p:cNvPr>
          <p:cNvSpPr>
            <a:spLocks xmlns:a="http://schemas.openxmlformats.org/drawingml/2006/main" noGrp="1"/>
          </p:cNvSpPr>
          <p:nvPr/>
        </p:nvSpPr>
        <p:spPr>
          <a:xfrm xmlns:a="http://schemas.openxmlformats.org/drawingml/2006/main">
            <a:off x="590550" y="1190625"/>
            <a:ext cx="990600" cy="47625"/>
          </a:xfrm>
          <a:prstGeom xmlns:a="http://schemas.openxmlformats.org/drawingml/2006/main" prst="rect">
            <a:avLst/>
          </a:prstGeom>
          <a:solidFill xmlns:a="http://schemas.openxmlformats.org/drawingml/2006/main">
            <a:srgbClr val="79A817"/>
          </a:solidFill>
          <a:ln xmlns:a="http://schemas.openxmlformats.org/drawingml/2006/main" w="0">
            <a:noFill/>
            <a:prstDash val="solid"/>
          </a:ln>
        </p:spPr>
      </p:sp>
      <p:sp>
        <p:nvSpPr>
          <p:cNvPr id="37" name="">
            <a:extLst xmlns:a="http://schemas.openxmlformats.org/drawingml/2006/main">
              <a:ext uri="{FF2B5EF4-FFF2-40B4-BE49-F238E27FC236}">
                <a16:creationId xmlns:a16="http://schemas.microsoft.com/office/drawing/2014/main" id="{EDB4BBC5-2E1E-4D42-993D-9B31088AFA52}"/>
              </a:ext>
            </a:extLst>
          </p:cNvPr>
          <p:cNvSpPr>
            <a:spLocks xmlns:a="http://schemas.openxmlformats.org/drawingml/2006/main" noGrp="1"/>
          </p:cNvSpPr>
          <p:nvPr/>
        </p:nvSpPr>
        <p:spPr>
          <a:xfrm xmlns:a="http://schemas.openxmlformats.org/drawingml/2006/main">
            <a:off x="11144250" y="590550"/>
            <a:ext cx="47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1050" b="1">
                <a:solidFill>
                  <a:srgbClr val="526575"/>
                </a:solidFill>
              </a:defRPr>
            </a:pPr>
            <a:r>
              <a:rPr sz="1050" b="1">
                <a:solidFill>
                  <a:srgbClr val="526575"/>
                </a:solidFill>
              </a:rPr>
              <a:t>06</a:t>
            </a:r>
          </a:p>
        </p:txBody>
      </p:sp>
      <p:sp>
        <p:nvSpPr>
          <p:cNvPr id="38" name="">
            <a:extLst xmlns:a="http://schemas.openxmlformats.org/drawingml/2006/main">
              <a:ext uri="{FF2B5EF4-FFF2-40B4-BE49-F238E27FC236}">
                <a16:creationId xmlns:a16="http://schemas.microsoft.com/office/drawing/2014/main" id="{93954BC7-DBD8-43D5-95D9-961D12C1885A}"/>
              </a:ext>
            </a:extLst>
          </p:cNvPr>
          <p:cNvSpPr>
            <a:spLocks xmlns:a="http://schemas.openxmlformats.org/drawingml/2006/main" noGrp="1"/>
          </p:cNvSpPr>
          <p:nvPr/>
        </p:nvSpPr>
        <p:spPr>
          <a:xfrm xmlns:a="http://schemas.openxmlformats.org/drawingml/2006/main">
            <a:off x="485775" y="1209675"/>
            <a:ext cx="7429500" cy="4210050"/>
          </a:xfrm>
          <a:prstGeom xmlns:a="http://schemas.openxmlformats.org/drawingml/2006/main" prst="roundRect">
            <a:avLst>
              <a:gd name="adj" fmla="val 2715"/>
            </a:avLst>
          </a:prstGeom>
          <a:solidFill xmlns:a="http://schemas.openxmlformats.org/drawingml/2006/main">
            <a:srgbClr val="FFFFFF"/>
          </a:solidFill>
          <a:ln xmlns:a="http://schemas.openxmlformats.org/drawingml/2006/main" w="9525">
            <a:solidFill>
              <a:srgbClr val="1454A3"/>
            </a:solidFill>
            <a:prstDash val="solid"/>
          </a:ln>
        </p:spPr>
      </p:sp>
      <p:pic>
        <p:nvPicPr>
          <p:cNvPr id="93" name=""/>
          <p:cNvPicPr>
            <a:picLocks xmlns:a="http://schemas.openxmlformats.org/drawingml/2006/main" noChangeAspect="1"/>
          </p:cNvPicPr>
          <p:nvPr/>
        </p:nvPicPr>
        <p:blipFill>
          <a:blip xmlns:r="http://schemas.openxmlformats.org/officeDocument/2006/relationships" xmlns:a="http://schemas.openxmlformats.org/drawingml/2006/main" r:embed="R890ac5c25f564162"/>
          <a:stretch xmlns:a="http://schemas.openxmlformats.org/drawingml/2006/main"/>
        </p:blipFill>
        <p:spPr>
          <a:xfrm xmlns:a="http://schemas.openxmlformats.org/drawingml/2006/main">
            <a:off x="1292539" y="1257300"/>
            <a:ext cx="5815972" cy="4114800"/>
          </a:xfrm>
          <a:prstGeom xmlns:a="http://schemas.openxmlformats.org/drawingml/2006/main" prst="roundRect">
            <a:avLst>
              <a:gd name="adj" fmla="val 2315"/>
            </a:avLst>
          </a:prstGeom>
        </p:spPr>
      </p:pic>
      <p:sp>
        <p:nvSpPr>
          <p:cNvPr id="40" name="">
            <a:extLst xmlns:a="http://schemas.openxmlformats.org/drawingml/2006/main">
              <a:ext uri="{FF2B5EF4-FFF2-40B4-BE49-F238E27FC236}">
                <a16:creationId xmlns:a16="http://schemas.microsoft.com/office/drawing/2014/main" id="{B1BA1F02-535C-47B8-A1AF-51A9D5F0B621}"/>
              </a:ext>
            </a:extLst>
          </p:cNvPr>
          <p:cNvSpPr>
            <a:spLocks xmlns:a="http://schemas.openxmlformats.org/drawingml/2006/main" noGrp="1"/>
          </p:cNvSpPr>
          <p:nvPr/>
        </p:nvSpPr>
        <p:spPr>
          <a:xfrm xmlns:a="http://schemas.openxmlformats.org/drawingml/2006/main">
            <a:off x="8305800" y="1390650"/>
            <a:ext cx="3048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00" b="1">
                <a:solidFill>
                  <a:srgbClr val="1454A3"/>
                </a:solidFill>
              </a:defRPr>
            </a:pPr>
            <a:r>
              <a:rPr sz="1800" b="1">
                <a:solidFill>
                  <a:srgbClr val="1454A3"/>
                </a:solidFill>
              </a:rPr>
              <a:t>What we measure</a:t>
            </a:r>
          </a:p>
        </p:txBody>
      </p:sp>
      <p:sp>
        <p:nvSpPr>
          <p:cNvPr id="41" name="">
            <a:extLst xmlns:a="http://schemas.openxmlformats.org/drawingml/2006/main">
              <a:ext uri="{FF2B5EF4-FFF2-40B4-BE49-F238E27FC236}">
                <a16:creationId xmlns:a16="http://schemas.microsoft.com/office/drawing/2014/main" id="{1318D39A-53FF-4F22-851C-FE781C09485B}"/>
              </a:ext>
            </a:extLst>
          </p:cNvPr>
          <p:cNvSpPr>
            <a:spLocks xmlns:a="http://schemas.openxmlformats.org/drawingml/2006/main" noGrp="1"/>
          </p:cNvSpPr>
          <p:nvPr/>
        </p:nvSpPr>
        <p:spPr>
          <a:xfrm xmlns:a="http://schemas.openxmlformats.org/drawingml/2006/main">
            <a:off x="8305800" y="2057400"/>
            <a:ext cx="95250" cy="95250"/>
          </a:xfrm>
          <a:prstGeom xmlns:a="http://schemas.openxmlformats.org/drawingml/2006/main" prst="rect">
            <a:avLst/>
          </a:prstGeom>
          <a:solidFill xmlns:a="http://schemas.openxmlformats.org/drawingml/2006/main">
            <a:srgbClr val="79A817"/>
          </a:solidFill>
          <a:ln xmlns:a="http://schemas.openxmlformats.org/drawingml/2006/main" w="0">
            <a:noFill/>
            <a:prstDash val="solid"/>
          </a:ln>
        </p:spPr>
      </p:sp>
      <p:sp>
        <p:nvSpPr>
          <p:cNvPr id="42" name="">
            <a:extLst xmlns:a="http://schemas.openxmlformats.org/drawingml/2006/main">
              <a:ext uri="{FF2B5EF4-FFF2-40B4-BE49-F238E27FC236}">
                <a16:creationId xmlns:a16="http://schemas.microsoft.com/office/drawing/2014/main" id="{6C194EE4-D145-42E4-9120-F68A195F8FBF}"/>
              </a:ext>
            </a:extLst>
          </p:cNvPr>
          <p:cNvSpPr>
            <a:spLocks xmlns:a="http://schemas.openxmlformats.org/drawingml/2006/main" noGrp="1"/>
          </p:cNvSpPr>
          <p:nvPr/>
        </p:nvSpPr>
        <p:spPr>
          <a:xfrm xmlns:a="http://schemas.openxmlformats.org/drawingml/2006/main">
            <a:off x="8534400" y="1943100"/>
            <a:ext cx="28194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75" b="0">
                <a:solidFill>
                  <a:srgbClr val="102A43"/>
                </a:solidFill>
              </a:defRPr>
            </a:pPr>
            <a:r>
              <a:rPr sz="1575" b="0">
                <a:solidFill>
                  <a:srgbClr val="102A43"/>
                </a:solidFill>
              </a:rPr>
              <a:t>Air speed: 10, 20, 30 m/s</a:t>
            </a:r>
          </a:p>
        </p:txBody>
      </p:sp>
      <p:sp>
        <p:nvSpPr>
          <p:cNvPr id="43" name="">
            <a:extLst xmlns:a="http://schemas.openxmlformats.org/drawingml/2006/main">
              <a:ext uri="{FF2B5EF4-FFF2-40B4-BE49-F238E27FC236}">
                <a16:creationId xmlns:a16="http://schemas.microsoft.com/office/drawing/2014/main" id="{7633BF57-5B53-4AF4-977D-A70DB8C54796}"/>
              </a:ext>
            </a:extLst>
          </p:cNvPr>
          <p:cNvSpPr>
            <a:spLocks xmlns:a="http://schemas.openxmlformats.org/drawingml/2006/main" noGrp="1"/>
          </p:cNvSpPr>
          <p:nvPr/>
        </p:nvSpPr>
        <p:spPr>
          <a:xfrm xmlns:a="http://schemas.openxmlformats.org/drawingml/2006/main">
            <a:off x="8305800" y="2628900"/>
            <a:ext cx="95250" cy="95250"/>
          </a:xfrm>
          <a:prstGeom xmlns:a="http://schemas.openxmlformats.org/drawingml/2006/main" prst="rect">
            <a:avLst/>
          </a:prstGeom>
          <a:solidFill xmlns:a="http://schemas.openxmlformats.org/drawingml/2006/main">
            <a:srgbClr val="79A817"/>
          </a:solidFill>
          <a:ln xmlns:a="http://schemas.openxmlformats.org/drawingml/2006/main" w="0">
            <a:noFill/>
            <a:prstDash val="solid"/>
          </a:ln>
        </p:spPr>
      </p:sp>
      <p:sp>
        <p:nvSpPr>
          <p:cNvPr id="44" name="">
            <a:extLst xmlns:a="http://schemas.openxmlformats.org/drawingml/2006/main">
              <a:ext uri="{FF2B5EF4-FFF2-40B4-BE49-F238E27FC236}">
                <a16:creationId xmlns:a16="http://schemas.microsoft.com/office/drawing/2014/main" id="{D151D75C-4E91-49A0-BC15-EAE63F2AD108}"/>
              </a:ext>
            </a:extLst>
          </p:cNvPr>
          <p:cNvSpPr>
            <a:spLocks xmlns:a="http://schemas.openxmlformats.org/drawingml/2006/main" noGrp="1"/>
          </p:cNvSpPr>
          <p:nvPr/>
        </p:nvSpPr>
        <p:spPr>
          <a:xfrm xmlns:a="http://schemas.openxmlformats.org/drawingml/2006/main">
            <a:off x="8534400" y="2514600"/>
            <a:ext cx="28194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75" b="0">
                <a:solidFill>
                  <a:srgbClr val="102A43"/>
                </a:solidFill>
              </a:defRPr>
            </a:pPr>
            <a:r>
              <a:rPr sz="1575" b="0">
                <a:solidFill>
                  <a:srgbClr val="102A43"/>
                </a:solidFill>
              </a:rPr>
              <a:t>Conductivity</a:t>
            </a:r>
          </a:p>
        </p:txBody>
      </p:sp>
      <p:sp>
        <p:nvSpPr>
          <p:cNvPr id="45" name="">
            <a:extLst xmlns:a="http://schemas.openxmlformats.org/drawingml/2006/main">
              <a:ext uri="{FF2B5EF4-FFF2-40B4-BE49-F238E27FC236}">
                <a16:creationId xmlns:a16="http://schemas.microsoft.com/office/drawing/2014/main" id="{AC32A117-6DFE-4B31-82A8-1DCE1434058C}"/>
              </a:ext>
            </a:extLst>
          </p:cNvPr>
          <p:cNvSpPr>
            <a:spLocks xmlns:a="http://schemas.openxmlformats.org/drawingml/2006/main" noGrp="1"/>
          </p:cNvSpPr>
          <p:nvPr/>
        </p:nvSpPr>
        <p:spPr>
          <a:xfrm xmlns:a="http://schemas.openxmlformats.org/drawingml/2006/main">
            <a:off x="8305800" y="3200400"/>
            <a:ext cx="95250" cy="95250"/>
          </a:xfrm>
          <a:prstGeom xmlns:a="http://schemas.openxmlformats.org/drawingml/2006/main" prst="rect">
            <a:avLst/>
          </a:prstGeom>
          <a:solidFill xmlns:a="http://schemas.openxmlformats.org/drawingml/2006/main">
            <a:srgbClr val="79A817"/>
          </a:solidFill>
          <a:ln xmlns:a="http://schemas.openxmlformats.org/drawingml/2006/main" w="0">
            <a:noFill/>
            <a:prstDash val="solid"/>
          </a:ln>
        </p:spPr>
      </p:sp>
      <p:sp>
        <p:nvSpPr>
          <p:cNvPr id="46" name="">
            <a:extLst xmlns:a="http://schemas.openxmlformats.org/drawingml/2006/main">
              <a:ext uri="{FF2B5EF4-FFF2-40B4-BE49-F238E27FC236}">
                <a16:creationId xmlns:a16="http://schemas.microsoft.com/office/drawing/2014/main" id="{13060027-CD99-4F07-AB6A-2C5E7C9092BE}"/>
              </a:ext>
            </a:extLst>
          </p:cNvPr>
          <p:cNvSpPr>
            <a:spLocks xmlns:a="http://schemas.openxmlformats.org/drawingml/2006/main" noGrp="1"/>
          </p:cNvSpPr>
          <p:nvPr/>
        </p:nvSpPr>
        <p:spPr>
          <a:xfrm xmlns:a="http://schemas.openxmlformats.org/drawingml/2006/main">
            <a:off x="8534400" y="3086100"/>
            <a:ext cx="28194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75" b="0">
                <a:solidFill>
                  <a:srgbClr val="102A43"/>
                </a:solidFill>
              </a:defRPr>
            </a:pPr>
            <a:r>
              <a:rPr sz="1575" b="0">
                <a:solidFill>
                  <a:srgbClr val="102A43"/>
                </a:solidFill>
              </a:rPr>
              <a:t>Power and heat</a:t>
            </a:r>
          </a:p>
        </p:txBody>
      </p:sp>
      <p:sp>
        <p:nvSpPr>
          <p:cNvPr id="47" name="">
            <a:extLst xmlns:a="http://schemas.openxmlformats.org/drawingml/2006/main">
              <a:ext uri="{FF2B5EF4-FFF2-40B4-BE49-F238E27FC236}">
                <a16:creationId xmlns:a16="http://schemas.microsoft.com/office/drawing/2014/main" id="{D40A05E6-FD8F-45AF-A85C-1A5F9D038B6F}"/>
              </a:ext>
            </a:extLst>
          </p:cNvPr>
          <p:cNvSpPr>
            <a:spLocks xmlns:a="http://schemas.openxmlformats.org/drawingml/2006/main" noGrp="1"/>
          </p:cNvSpPr>
          <p:nvPr/>
        </p:nvSpPr>
        <p:spPr>
          <a:xfrm xmlns:a="http://schemas.openxmlformats.org/drawingml/2006/main">
            <a:off x="8305800" y="3771900"/>
            <a:ext cx="95250" cy="95250"/>
          </a:xfrm>
          <a:prstGeom xmlns:a="http://schemas.openxmlformats.org/drawingml/2006/main" prst="rect">
            <a:avLst/>
          </a:prstGeom>
          <a:solidFill xmlns:a="http://schemas.openxmlformats.org/drawingml/2006/main">
            <a:srgbClr val="79A817"/>
          </a:solidFill>
          <a:ln xmlns:a="http://schemas.openxmlformats.org/drawingml/2006/main" w="0">
            <a:noFill/>
            <a:prstDash val="solid"/>
          </a:ln>
        </p:spPr>
      </p:sp>
      <p:sp>
        <p:nvSpPr>
          <p:cNvPr id="48" name="">
            <a:extLst xmlns:a="http://schemas.openxmlformats.org/drawingml/2006/main">
              <a:ext uri="{FF2B5EF4-FFF2-40B4-BE49-F238E27FC236}">
                <a16:creationId xmlns:a16="http://schemas.microsoft.com/office/drawing/2014/main" id="{F7BBD718-9161-4295-AD8C-884720841E72}"/>
              </a:ext>
            </a:extLst>
          </p:cNvPr>
          <p:cNvSpPr>
            <a:spLocks xmlns:a="http://schemas.openxmlformats.org/drawingml/2006/main" noGrp="1"/>
          </p:cNvSpPr>
          <p:nvPr/>
        </p:nvSpPr>
        <p:spPr>
          <a:xfrm xmlns:a="http://schemas.openxmlformats.org/drawingml/2006/main">
            <a:off x="8534400" y="3657600"/>
            <a:ext cx="28194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75" b="0">
                <a:solidFill>
                  <a:srgbClr val="102A43"/>
                </a:solidFill>
              </a:defRPr>
            </a:pPr>
            <a:r>
              <a:rPr sz="1575" b="0">
                <a:solidFill>
                  <a:srgbClr val="102A43"/>
                </a:solidFill>
              </a:rPr>
              <a:t>How long the charge lasts</a:t>
            </a:r>
          </a:p>
        </p:txBody>
      </p:sp>
      <p:sp>
        <p:nvSpPr>
          <p:cNvPr id="49" name="">
            <a:extLst xmlns:a="http://schemas.openxmlformats.org/drawingml/2006/main">
              <a:ext uri="{FF2B5EF4-FFF2-40B4-BE49-F238E27FC236}">
                <a16:creationId xmlns:a16="http://schemas.microsoft.com/office/drawing/2014/main" id="{D5F24FF2-DA84-4FDB-99A7-E64EAC8613DF}"/>
              </a:ext>
            </a:extLst>
          </p:cNvPr>
          <p:cNvSpPr>
            <a:spLocks xmlns:a="http://schemas.openxmlformats.org/drawingml/2006/main" noGrp="1"/>
          </p:cNvSpPr>
          <p:nvPr/>
        </p:nvSpPr>
        <p:spPr>
          <a:xfrm xmlns:a="http://schemas.openxmlformats.org/drawingml/2006/main">
            <a:off x="8305800" y="4343400"/>
            <a:ext cx="95250" cy="95250"/>
          </a:xfrm>
          <a:prstGeom xmlns:a="http://schemas.openxmlformats.org/drawingml/2006/main" prst="rect">
            <a:avLst/>
          </a:prstGeom>
          <a:solidFill xmlns:a="http://schemas.openxmlformats.org/drawingml/2006/main">
            <a:srgbClr val="79A817"/>
          </a:solidFill>
          <a:ln xmlns:a="http://schemas.openxmlformats.org/drawingml/2006/main" w="0">
            <a:noFill/>
            <a:prstDash val="solid"/>
          </a:ln>
        </p:spPr>
      </p:sp>
      <p:sp>
        <p:nvSpPr>
          <p:cNvPr id="50" name="">
            <a:extLst xmlns:a="http://schemas.openxmlformats.org/drawingml/2006/main">
              <a:ext uri="{FF2B5EF4-FFF2-40B4-BE49-F238E27FC236}">
                <a16:creationId xmlns:a16="http://schemas.microsoft.com/office/drawing/2014/main" id="{103EC0BB-B6E2-4A76-A96B-B66C00C89427}"/>
              </a:ext>
            </a:extLst>
          </p:cNvPr>
          <p:cNvSpPr>
            <a:spLocks xmlns:a="http://schemas.openxmlformats.org/drawingml/2006/main" noGrp="1"/>
          </p:cNvSpPr>
          <p:nvPr/>
        </p:nvSpPr>
        <p:spPr>
          <a:xfrm xmlns:a="http://schemas.openxmlformats.org/drawingml/2006/main">
            <a:off x="8534400" y="4229100"/>
            <a:ext cx="28194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75" b="0">
                <a:solidFill>
                  <a:srgbClr val="102A43"/>
                </a:solidFill>
              </a:defRPr>
            </a:pPr>
            <a:r>
              <a:rPr sz="1575" b="0">
                <a:solidFill>
                  <a:srgbClr val="102A43"/>
                </a:solidFill>
              </a:rPr>
              <a:t>Whether the air really moves</a:t>
            </a:r>
          </a:p>
        </p:txBody>
      </p:sp>
      <p:sp>
        <p:nvSpPr>
          <p:cNvPr id="51" name="">
            <a:extLst xmlns:a="http://schemas.openxmlformats.org/drawingml/2006/main">
              <a:ext uri="{FF2B5EF4-FFF2-40B4-BE49-F238E27FC236}">
                <a16:creationId xmlns:a16="http://schemas.microsoft.com/office/drawing/2014/main" id="{1AC2EE8E-EB32-45F5-A57C-D50D2027799A}"/>
              </a:ext>
            </a:extLst>
          </p:cNvPr>
          <p:cNvSpPr>
            <a:spLocks xmlns:a="http://schemas.openxmlformats.org/drawingml/2006/main" noGrp="1"/>
          </p:cNvSpPr>
          <p:nvPr/>
        </p:nvSpPr>
        <p:spPr>
          <a:xfrm xmlns:a="http://schemas.openxmlformats.org/drawingml/2006/main">
            <a:off x="8096250" y="5086350"/>
            <a:ext cx="3429000" cy="590550"/>
          </a:xfrm>
          <a:prstGeom xmlns:a="http://schemas.openxmlformats.org/drawingml/2006/main" prst="roundRect">
            <a:avLst>
              <a:gd name="adj" fmla="val 25806"/>
            </a:avLst>
          </a:prstGeom>
          <a:solidFill xmlns:a="http://schemas.openxmlformats.org/drawingml/2006/main">
            <a:srgbClr val="FFF3D7"/>
          </a:solidFill>
          <a:ln xmlns:a="http://schemas.openxmlformats.org/drawingml/2006/main" w="9525">
            <a:solidFill>
              <a:srgbClr val="8B5E00"/>
            </a:solidFill>
            <a:prstDash val="solid"/>
          </a:ln>
        </p:spPr>
      </p:sp>
      <p:sp>
        <p:nvSpPr>
          <p:cNvPr id="52" name="">
            <a:extLst xmlns:a="http://schemas.openxmlformats.org/drawingml/2006/main">
              <a:ext uri="{FF2B5EF4-FFF2-40B4-BE49-F238E27FC236}">
                <a16:creationId xmlns:a16="http://schemas.microsoft.com/office/drawing/2014/main" id="{54F744F4-4BD7-43D5-96E7-9D87E9ADADBF}"/>
              </a:ext>
            </a:extLst>
          </p:cNvPr>
          <p:cNvSpPr>
            <a:spLocks xmlns:a="http://schemas.openxmlformats.org/drawingml/2006/main" noGrp="1"/>
          </p:cNvSpPr>
          <p:nvPr/>
        </p:nvSpPr>
        <p:spPr>
          <a:xfrm xmlns:a="http://schemas.openxmlformats.org/drawingml/2006/main">
            <a:off x="8305800" y="5181600"/>
            <a:ext cx="30099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500" b="1">
                <a:solidFill>
                  <a:srgbClr val="8B5E00"/>
                </a:solidFill>
              </a:defRPr>
            </a:pPr>
            <a:r>
              <a:rPr sz="1500" b="1">
                <a:solidFill>
                  <a:srgbClr val="8B5E00"/>
                </a:solidFill>
              </a:rPr>
              <a:t>Small duct: 100 mm × 100 mm</a:t>
            </a:r>
          </a:p>
        </p:txBody>
      </p:sp>
      <p:sp>
        <p:nvSpPr>
          <p:cNvPr id="53" name="">
            <a:extLst xmlns:a="http://schemas.openxmlformats.org/drawingml/2006/main">
              <a:ext uri="{FF2B5EF4-FFF2-40B4-BE49-F238E27FC236}">
                <a16:creationId xmlns:a16="http://schemas.microsoft.com/office/drawing/2014/main" id="{7BBA91B6-8EC7-4503-9DA3-DD955BF94719}"/>
              </a:ext>
            </a:extLst>
          </p:cNvPr>
          <p:cNvSpPr>
            <a:spLocks xmlns:a="http://schemas.openxmlformats.org/drawingml/2006/main" noGrp="1"/>
          </p:cNvSpPr>
          <p:nvPr/>
        </p:nvSpPr>
        <p:spPr>
          <a:xfrm xmlns:a="http://schemas.openxmlformats.org/drawingml/2006/main">
            <a:off x="609600" y="6419850"/>
            <a:ext cx="666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26575"/>
                </a:solidFill>
              </a:defRPr>
            </a:pPr>
            <a:r>
              <a:rPr sz="900" b="1">
                <a:solidFill>
                  <a:srgbClr val="526575"/>
                </a:solidFill>
              </a:rPr>
              <a:t>CRTFE P2  |  CONCEPT ONLY - NOT FLIGHT READY</a:t>
            </a:r>
          </a:p>
        </p:txBody>
      </p:sp>
      <p:sp>
        <p:nvSpPr>
          <p:cNvPr id="54" name="">
            <a:extLst xmlns:a="http://schemas.openxmlformats.org/drawingml/2006/main">
              <a:ext uri="{FF2B5EF4-FFF2-40B4-BE49-F238E27FC236}">
                <a16:creationId xmlns:a16="http://schemas.microsoft.com/office/drawing/2014/main" id="{EC636B56-708B-451E-A838-2D78A1970FB0}"/>
              </a:ext>
            </a:extLst>
          </p:cNvPr>
          <p:cNvSpPr>
            <a:spLocks xmlns:a="http://schemas.openxmlformats.org/drawingml/2006/main" noGrp="1"/>
          </p:cNvSpPr>
          <p:nvPr/>
        </p:nvSpPr>
        <p:spPr>
          <a:xfrm xmlns:a="http://schemas.openxmlformats.org/drawingml/2006/main">
            <a:off x="7810500" y="6419850"/>
            <a:ext cx="3771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900" b="0">
                <a:solidFill>
                  <a:srgbClr val="526575"/>
                </a:solidFill>
              </a:defRPr>
            </a:pPr>
            <a:r>
              <a:rPr sz="900" b="0">
                <a:solidFill>
                  <a:srgbClr val="526575"/>
                </a:solidFill>
              </a:rPr>
              <a:t>Dorian Martin-Smith  |  Lawton, Oklahoma</a:t>
            </a:r>
          </a:p>
        </p:txBody>
      </p:sp>
    </p:spTree>
    <p:extLst>
      <p:ext uri="{BB962C8B-B14F-4D97-AF65-F5344CB8AC3E}">
        <p14:creationId xmlns:p14="http://schemas.microsoft.com/office/powerpoint/2010/main" val="254960310"/>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4" name="">
            <a:extLst xmlns:a="http://schemas.openxmlformats.org/drawingml/2006/main">
              <a:ext uri="{FF2B5EF4-FFF2-40B4-BE49-F238E27FC236}">
                <a16:creationId xmlns:a16="http://schemas.microsoft.com/office/drawing/2014/main" id="{F5420AC3-059E-458B-AEF9-7AADC0A0C6C6}"/>
              </a:ext>
            </a:extLst>
          </p:cNvPr>
          <p:cNvSpPr>
            <a:spLocks xmlns:a="http://schemas.openxmlformats.org/drawingml/2006/main" noGrp="1"/>
          </p:cNvSpPr>
          <p:nvPr/>
        </p:nvSpPr>
        <p:spPr>
          <a:xfrm xmlns:a="http://schemas.openxmlformats.org/drawingml/2006/main">
            <a:off x="0" y="0"/>
            <a:ext cx="9525" cy="6858000"/>
          </a:xfrm>
          <a:prstGeom xmlns:a="http://schemas.openxmlformats.org/drawingml/2006/main" prst="rect">
            <a:avLst/>
          </a:prstGeom>
          <a:solidFill xmlns:a="http://schemas.openxmlformats.org/drawingml/2006/main">
            <a:srgbClr val="C9DDF2"/>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9B572C11-5751-4564-B19D-EAE4AAF755B0}"/>
              </a:ext>
            </a:extLst>
          </p:cNvPr>
          <p:cNvSpPr>
            <a:spLocks xmlns:a="http://schemas.openxmlformats.org/drawingml/2006/main" noGrp="1"/>
          </p:cNvSpPr>
          <p:nvPr/>
        </p:nvSpPr>
        <p:spPr>
          <a:xfrm xmlns:a="http://schemas.openxmlformats.org/drawingml/2006/main">
            <a:off x="609600" y="0"/>
            <a:ext cx="9525" cy="6858000"/>
          </a:xfrm>
          <a:prstGeom xmlns:a="http://schemas.openxmlformats.org/drawingml/2006/main" prst="rect">
            <a:avLst/>
          </a:prstGeom>
          <a:solidFill xmlns:a="http://schemas.openxmlformats.org/drawingml/2006/main">
            <a:srgbClr val="C9DDF2"/>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16A46500-D4F6-4950-97AF-7E0AE320389A}"/>
              </a:ext>
            </a:extLst>
          </p:cNvPr>
          <p:cNvSpPr>
            <a:spLocks xmlns:a="http://schemas.openxmlformats.org/drawingml/2006/main" noGrp="1"/>
          </p:cNvSpPr>
          <p:nvPr/>
        </p:nvSpPr>
        <p:spPr>
          <a:xfrm xmlns:a="http://schemas.openxmlformats.org/drawingml/2006/main">
            <a:off x="1219200" y="0"/>
            <a:ext cx="9525" cy="6858000"/>
          </a:xfrm>
          <a:prstGeom xmlns:a="http://schemas.openxmlformats.org/drawingml/2006/main" prst="rect">
            <a:avLst/>
          </a:prstGeom>
          <a:solidFill xmlns:a="http://schemas.openxmlformats.org/drawingml/2006/main">
            <a:srgbClr val="C9DDF2"/>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082B4132-6741-448E-AE19-18C06F9B0396}"/>
              </a:ext>
            </a:extLst>
          </p:cNvPr>
          <p:cNvSpPr>
            <a:spLocks xmlns:a="http://schemas.openxmlformats.org/drawingml/2006/main" noGrp="1"/>
          </p:cNvSpPr>
          <p:nvPr/>
        </p:nvSpPr>
        <p:spPr>
          <a:xfrm xmlns:a="http://schemas.openxmlformats.org/drawingml/2006/main">
            <a:off x="1828800" y="0"/>
            <a:ext cx="9525" cy="6858000"/>
          </a:xfrm>
          <a:prstGeom xmlns:a="http://schemas.openxmlformats.org/drawingml/2006/main" prst="rect">
            <a:avLst/>
          </a:prstGeom>
          <a:solidFill xmlns:a="http://schemas.openxmlformats.org/drawingml/2006/main">
            <a:srgbClr val="C9DDF2"/>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4BB4F38F-AA71-48E9-83E0-403DFF07A03A}"/>
              </a:ext>
            </a:extLst>
          </p:cNvPr>
          <p:cNvSpPr>
            <a:spLocks xmlns:a="http://schemas.openxmlformats.org/drawingml/2006/main" noGrp="1"/>
          </p:cNvSpPr>
          <p:nvPr/>
        </p:nvSpPr>
        <p:spPr>
          <a:xfrm xmlns:a="http://schemas.openxmlformats.org/drawingml/2006/main">
            <a:off x="2438400" y="0"/>
            <a:ext cx="9525" cy="6858000"/>
          </a:xfrm>
          <a:prstGeom xmlns:a="http://schemas.openxmlformats.org/drawingml/2006/main" prst="rect">
            <a:avLst/>
          </a:prstGeom>
          <a:solidFill xmlns:a="http://schemas.openxmlformats.org/drawingml/2006/main">
            <a:srgbClr val="C9DDF2"/>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81F4F748-4708-4E11-95BD-AC89A303EF24}"/>
              </a:ext>
            </a:extLst>
          </p:cNvPr>
          <p:cNvSpPr>
            <a:spLocks xmlns:a="http://schemas.openxmlformats.org/drawingml/2006/main" noGrp="1"/>
          </p:cNvSpPr>
          <p:nvPr/>
        </p:nvSpPr>
        <p:spPr>
          <a:xfrm xmlns:a="http://schemas.openxmlformats.org/drawingml/2006/main">
            <a:off x="3048000" y="0"/>
            <a:ext cx="9525" cy="6858000"/>
          </a:xfrm>
          <a:prstGeom xmlns:a="http://schemas.openxmlformats.org/drawingml/2006/main" prst="rect">
            <a:avLst/>
          </a:prstGeom>
          <a:solidFill xmlns:a="http://schemas.openxmlformats.org/drawingml/2006/main">
            <a:srgbClr val="C9DDF2"/>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66D06C10-5E15-4326-8DA7-B40E91537761}"/>
              </a:ext>
            </a:extLst>
          </p:cNvPr>
          <p:cNvSpPr>
            <a:spLocks xmlns:a="http://schemas.openxmlformats.org/drawingml/2006/main" noGrp="1"/>
          </p:cNvSpPr>
          <p:nvPr/>
        </p:nvSpPr>
        <p:spPr>
          <a:xfrm xmlns:a="http://schemas.openxmlformats.org/drawingml/2006/main">
            <a:off x="3657600" y="0"/>
            <a:ext cx="9525" cy="6858000"/>
          </a:xfrm>
          <a:prstGeom xmlns:a="http://schemas.openxmlformats.org/drawingml/2006/main" prst="rect">
            <a:avLst/>
          </a:prstGeom>
          <a:solidFill xmlns:a="http://schemas.openxmlformats.org/drawingml/2006/main">
            <a:srgbClr val="C9DDF2"/>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BE72F948-6ECC-41ED-8A17-248969DAF547}"/>
              </a:ext>
            </a:extLst>
          </p:cNvPr>
          <p:cNvSpPr>
            <a:spLocks xmlns:a="http://schemas.openxmlformats.org/drawingml/2006/main" noGrp="1"/>
          </p:cNvSpPr>
          <p:nvPr/>
        </p:nvSpPr>
        <p:spPr>
          <a:xfrm xmlns:a="http://schemas.openxmlformats.org/drawingml/2006/main">
            <a:off x="4267200" y="0"/>
            <a:ext cx="9525" cy="6858000"/>
          </a:xfrm>
          <a:prstGeom xmlns:a="http://schemas.openxmlformats.org/drawingml/2006/main" prst="rect">
            <a:avLst/>
          </a:prstGeom>
          <a:solidFill xmlns:a="http://schemas.openxmlformats.org/drawingml/2006/main">
            <a:srgbClr val="C9DDF2"/>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ABE8D1B4-2280-4570-8BF1-9E1DA334A69C}"/>
              </a:ext>
            </a:extLst>
          </p:cNvPr>
          <p:cNvSpPr>
            <a:spLocks xmlns:a="http://schemas.openxmlformats.org/drawingml/2006/main" noGrp="1"/>
          </p:cNvSpPr>
          <p:nvPr/>
        </p:nvSpPr>
        <p:spPr>
          <a:xfrm xmlns:a="http://schemas.openxmlformats.org/drawingml/2006/main">
            <a:off x="4876800" y="0"/>
            <a:ext cx="9525" cy="6858000"/>
          </a:xfrm>
          <a:prstGeom xmlns:a="http://schemas.openxmlformats.org/drawingml/2006/main" prst="rect">
            <a:avLst/>
          </a:prstGeom>
          <a:solidFill xmlns:a="http://schemas.openxmlformats.org/drawingml/2006/main">
            <a:srgbClr val="C9DDF2"/>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336E825D-2D61-461D-91AD-C992E8E949DD}"/>
              </a:ext>
            </a:extLst>
          </p:cNvPr>
          <p:cNvSpPr>
            <a:spLocks xmlns:a="http://schemas.openxmlformats.org/drawingml/2006/main" noGrp="1"/>
          </p:cNvSpPr>
          <p:nvPr/>
        </p:nvSpPr>
        <p:spPr>
          <a:xfrm xmlns:a="http://schemas.openxmlformats.org/drawingml/2006/main">
            <a:off x="5486400" y="0"/>
            <a:ext cx="9525" cy="6858000"/>
          </a:xfrm>
          <a:prstGeom xmlns:a="http://schemas.openxmlformats.org/drawingml/2006/main" prst="rect">
            <a:avLst/>
          </a:prstGeom>
          <a:solidFill xmlns:a="http://schemas.openxmlformats.org/drawingml/2006/main">
            <a:srgbClr val="C9DDF2"/>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38C4C51A-CAD2-4411-816E-1779F84D76F5}"/>
              </a:ext>
            </a:extLst>
          </p:cNvPr>
          <p:cNvSpPr>
            <a:spLocks xmlns:a="http://schemas.openxmlformats.org/drawingml/2006/main" noGrp="1"/>
          </p:cNvSpPr>
          <p:nvPr/>
        </p:nvSpPr>
        <p:spPr>
          <a:xfrm xmlns:a="http://schemas.openxmlformats.org/drawingml/2006/main">
            <a:off x="6096000" y="0"/>
            <a:ext cx="9525" cy="6858000"/>
          </a:xfrm>
          <a:prstGeom xmlns:a="http://schemas.openxmlformats.org/drawingml/2006/main" prst="rect">
            <a:avLst/>
          </a:prstGeom>
          <a:solidFill xmlns:a="http://schemas.openxmlformats.org/drawingml/2006/main">
            <a:srgbClr val="C9DDF2"/>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E9FF4B81-00F1-495D-BF37-DE1821B702D7}"/>
              </a:ext>
            </a:extLst>
          </p:cNvPr>
          <p:cNvSpPr>
            <a:spLocks xmlns:a="http://schemas.openxmlformats.org/drawingml/2006/main" noGrp="1"/>
          </p:cNvSpPr>
          <p:nvPr/>
        </p:nvSpPr>
        <p:spPr>
          <a:xfrm xmlns:a="http://schemas.openxmlformats.org/drawingml/2006/main">
            <a:off x="6705600" y="0"/>
            <a:ext cx="9525" cy="6858000"/>
          </a:xfrm>
          <a:prstGeom xmlns:a="http://schemas.openxmlformats.org/drawingml/2006/main" prst="rect">
            <a:avLst/>
          </a:prstGeom>
          <a:solidFill xmlns:a="http://schemas.openxmlformats.org/drawingml/2006/main">
            <a:srgbClr val="C9DDF2"/>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4ECD8556-D3FA-4C24-BCE1-7C8AC87EC237}"/>
              </a:ext>
            </a:extLst>
          </p:cNvPr>
          <p:cNvSpPr>
            <a:spLocks xmlns:a="http://schemas.openxmlformats.org/drawingml/2006/main" noGrp="1"/>
          </p:cNvSpPr>
          <p:nvPr/>
        </p:nvSpPr>
        <p:spPr>
          <a:xfrm xmlns:a="http://schemas.openxmlformats.org/drawingml/2006/main">
            <a:off x="7315200" y="0"/>
            <a:ext cx="9525" cy="6858000"/>
          </a:xfrm>
          <a:prstGeom xmlns:a="http://schemas.openxmlformats.org/drawingml/2006/main" prst="rect">
            <a:avLst/>
          </a:prstGeom>
          <a:solidFill xmlns:a="http://schemas.openxmlformats.org/drawingml/2006/main">
            <a:srgbClr val="C9DDF2"/>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C62D47F0-E2F4-432D-A1C1-DFEB0B6D689E}"/>
              </a:ext>
            </a:extLst>
          </p:cNvPr>
          <p:cNvSpPr>
            <a:spLocks xmlns:a="http://schemas.openxmlformats.org/drawingml/2006/main" noGrp="1"/>
          </p:cNvSpPr>
          <p:nvPr/>
        </p:nvSpPr>
        <p:spPr>
          <a:xfrm xmlns:a="http://schemas.openxmlformats.org/drawingml/2006/main">
            <a:off x="7924800" y="0"/>
            <a:ext cx="9525" cy="6858000"/>
          </a:xfrm>
          <a:prstGeom xmlns:a="http://schemas.openxmlformats.org/drawingml/2006/main" prst="rect">
            <a:avLst/>
          </a:prstGeom>
          <a:solidFill xmlns:a="http://schemas.openxmlformats.org/drawingml/2006/main">
            <a:srgbClr val="C9DDF2"/>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A7D8CB16-63CC-48B3-B28D-199DD117C5EF}"/>
              </a:ext>
            </a:extLst>
          </p:cNvPr>
          <p:cNvSpPr>
            <a:spLocks xmlns:a="http://schemas.openxmlformats.org/drawingml/2006/main" noGrp="1"/>
          </p:cNvSpPr>
          <p:nvPr/>
        </p:nvSpPr>
        <p:spPr>
          <a:xfrm xmlns:a="http://schemas.openxmlformats.org/drawingml/2006/main">
            <a:off x="8534400" y="0"/>
            <a:ext cx="9525" cy="6858000"/>
          </a:xfrm>
          <a:prstGeom xmlns:a="http://schemas.openxmlformats.org/drawingml/2006/main" prst="rect">
            <a:avLst/>
          </a:prstGeom>
          <a:solidFill xmlns:a="http://schemas.openxmlformats.org/drawingml/2006/main">
            <a:srgbClr val="C9DDF2"/>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59679CD2-64E7-42CB-8541-D936DAE281D3}"/>
              </a:ext>
            </a:extLst>
          </p:cNvPr>
          <p:cNvSpPr>
            <a:spLocks xmlns:a="http://schemas.openxmlformats.org/drawingml/2006/main" noGrp="1"/>
          </p:cNvSpPr>
          <p:nvPr/>
        </p:nvSpPr>
        <p:spPr>
          <a:xfrm xmlns:a="http://schemas.openxmlformats.org/drawingml/2006/main">
            <a:off x="9144000" y="0"/>
            <a:ext cx="9525" cy="6858000"/>
          </a:xfrm>
          <a:prstGeom xmlns:a="http://schemas.openxmlformats.org/drawingml/2006/main" prst="rect">
            <a:avLst/>
          </a:prstGeom>
          <a:solidFill xmlns:a="http://schemas.openxmlformats.org/drawingml/2006/main">
            <a:srgbClr val="C9DDF2"/>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2057EDDD-9D83-45B7-8D9F-EE933BCB7577}"/>
              </a:ext>
            </a:extLst>
          </p:cNvPr>
          <p:cNvSpPr>
            <a:spLocks xmlns:a="http://schemas.openxmlformats.org/drawingml/2006/main" noGrp="1"/>
          </p:cNvSpPr>
          <p:nvPr/>
        </p:nvSpPr>
        <p:spPr>
          <a:xfrm xmlns:a="http://schemas.openxmlformats.org/drawingml/2006/main">
            <a:off x="9753600" y="0"/>
            <a:ext cx="9525" cy="6858000"/>
          </a:xfrm>
          <a:prstGeom xmlns:a="http://schemas.openxmlformats.org/drawingml/2006/main" prst="rect">
            <a:avLst/>
          </a:prstGeom>
          <a:solidFill xmlns:a="http://schemas.openxmlformats.org/drawingml/2006/main">
            <a:srgbClr val="C9DDF2"/>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F431AC7E-8F19-401A-B220-50830B48CEEE}"/>
              </a:ext>
            </a:extLst>
          </p:cNvPr>
          <p:cNvSpPr>
            <a:spLocks xmlns:a="http://schemas.openxmlformats.org/drawingml/2006/main" noGrp="1"/>
          </p:cNvSpPr>
          <p:nvPr/>
        </p:nvSpPr>
        <p:spPr>
          <a:xfrm xmlns:a="http://schemas.openxmlformats.org/drawingml/2006/main">
            <a:off x="10363200" y="0"/>
            <a:ext cx="9525" cy="6858000"/>
          </a:xfrm>
          <a:prstGeom xmlns:a="http://schemas.openxmlformats.org/drawingml/2006/main" prst="rect">
            <a:avLst/>
          </a:prstGeom>
          <a:solidFill xmlns:a="http://schemas.openxmlformats.org/drawingml/2006/main">
            <a:srgbClr val="C9DDF2"/>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1E4ABB8C-5419-41BA-894F-CB37600041A3}"/>
              </a:ext>
            </a:extLst>
          </p:cNvPr>
          <p:cNvSpPr>
            <a:spLocks xmlns:a="http://schemas.openxmlformats.org/drawingml/2006/main" noGrp="1"/>
          </p:cNvSpPr>
          <p:nvPr/>
        </p:nvSpPr>
        <p:spPr>
          <a:xfrm xmlns:a="http://schemas.openxmlformats.org/drawingml/2006/main">
            <a:off x="10972800" y="0"/>
            <a:ext cx="9525" cy="6858000"/>
          </a:xfrm>
          <a:prstGeom xmlns:a="http://schemas.openxmlformats.org/drawingml/2006/main" prst="rect">
            <a:avLst/>
          </a:prstGeom>
          <a:solidFill xmlns:a="http://schemas.openxmlformats.org/drawingml/2006/main">
            <a:srgbClr val="C9DDF2"/>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3510C26A-DA72-43EA-96E8-DF7F82F39F2B}"/>
              </a:ext>
            </a:extLst>
          </p:cNvPr>
          <p:cNvSpPr>
            <a:spLocks xmlns:a="http://schemas.openxmlformats.org/drawingml/2006/main" noGrp="1"/>
          </p:cNvSpPr>
          <p:nvPr/>
        </p:nvSpPr>
        <p:spPr>
          <a:xfrm xmlns:a="http://schemas.openxmlformats.org/drawingml/2006/main">
            <a:off x="11582400" y="0"/>
            <a:ext cx="9525" cy="6858000"/>
          </a:xfrm>
          <a:prstGeom xmlns:a="http://schemas.openxmlformats.org/drawingml/2006/main" prst="rect">
            <a:avLst/>
          </a:prstGeom>
          <a:solidFill xmlns:a="http://schemas.openxmlformats.org/drawingml/2006/main">
            <a:srgbClr val="C9DDF2"/>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5F77185F-2DD6-407F-9CE5-4D70FA4CF865}"/>
              </a:ext>
            </a:extLst>
          </p:cNvPr>
          <p:cNvSpPr>
            <a:spLocks xmlns:a="http://schemas.openxmlformats.org/drawingml/2006/main" noGrp="1"/>
          </p:cNvSpPr>
          <p:nvPr/>
        </p:nvSpPr>
        <p:spPr>
          <a:xfrm xmlns:a="http://schemas.openxmlformats.org/drawingml/2006/main">
            <a:off x="12192000" y="0"/>
            <a:ext cx="9525" cy="6858000"/>
          </a:xfrm>
          <a:prstGeom xmlns:a="http://schemas.openxmlformats.org/drawingml/2006/main" prst="rect">
            <a:avLst/>
          </a:prstGeom>
          <a:solidFill xmlns:a="http://schemas.openxmlformats.org/drawingml/2006/main">
            <a:srgbClr val="C9DDF2"/>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879F1ADD-324F-4A03-A4EE-805B89BED0C4}"/>
              </a:ext>
            </a:extLst>
          </p:cNvPr>
          <p:cNvSpPr>
            <a:spLocks xmlns:a="http://schemas.openxmlformats.org/drawingml/2006/main" noGrp="1"/>
          </p:cNvSpPr>
          <p:nvPr/>
        </p:nvSpPr>
        <p:spPr>
          <a:xfrm xmlns:a="http://schemas.openxmlformats.org/drawingml/2006/main">
            <a:off x="0" y="0"/>
            <a:ext cx="12192000" cy="9525"/>
          </a:xfrm>
          <a:prstGeom xmlns:a="http://schemas.openxmlformats.org/drawingml/2006/main" prst="rect">
            <a:avLst/>
          </a:prstGeom>
          <a:solidFill xmlns:a="http://schemas.openxmlformats.org/drawingml/2006/main">
            <a:srgbClr val="C9DDF2"/>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A33A2FDA-F9BC-496F-AFE2-059BB6F8938E}"/>
              </a:ext>
            </a:extLst>
          </p:cNvPr>
          <p:cNvSpPr>
            <a:spLocks xmlns:a="http://schemas.openxmlformats.org/drawingml/2006/main" noGrp="1"/>
          </p:cNvSpPr>
          <p:nvPr/>
        </p:nvSpPr>
        <p:spPr>
          <a:xfrm xmlns:a="http://schemas.openxmlformats.org/drawingml/2006/main">
            <a:off x="0" y="609600"/>
            <a:ext cx="12192000" cy="9525"/>
          </a:xfrm>
          <a:prstGeom xmlns:a="http://schemas.openxmlformats.org/drawingml/2006/main" prst="rect">
            <a:avLst/>
          </a:prstGeom>
          <a:solidFill xmlns:a="http://schemas.openxmlformats.org/drawingml/2006/main">
            <a:srgbClr val="C9DDF2"/>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A1690746-ABA1-46C8-BFA9-DF8104C57BC5}"/>
              </a:ext>
            </a:extLst>
          </p:cNvPr>
          <p:cNvSpPr>
            <a:spLocks xmlns:a="http://schemas.openxmlformats.org/drawingml/2006/main" noGrp="1"/>
          </p:cNvSpPr>
          <p:nvPr/>
        </p:nvSpPr>
        <p:spPr>
          <a:xfrm xmlns:a="http://schemas.openxmlformats.org/drawingml/2006/main">
            <a:off x="0" y="1219200"/>
            <a:ext cx="12192000" cy="9525"/>
          </a:xfrm>
          <a:prstGeom xmlns:a="http://schemas.openxmlformats.org/drawingml/2006/main" prst="rect">
            <a:avLst/>
          </a:prstGeom>
          <a:solidFill xmlns:a="http://schemas.openxmlformats.org/drawingml/2006/main">
            <a:srgbClr val="C9DDF2"/>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27846B96-0099-4644-B658-947B1EDAB8F6}"/>
              </a:ext>
            </a:extLst>
          </p:cNvPr>
          <p:cNvSpPr>
            <a:spLocks xmlns:a="http://schemas.openxmlformats.org/drawingml/2006/main" noGrp="1"/>
          </p:cNvSpPr>
          <p:nvPr/>
        </p:nvSpPr>
        <p:spPr>
          <a:xfrm xmlns:a="http://schemas.openxmlformats.org/drawingml/2006/main">
            <a:off x="0" y="1828800"/>
            <a:ext cx="12192000" cy="9525"/>
          </a:xfrm>
          <a:prstGeom xmlns:a="http://schemas.openxmlformats.org/drawingml/2006/main" prst="rect">
            <a:avLst/>
          </a:prstGeom>
          <a:solidFill xmlns:a="http://schemas.openxmlformats.org/drawingml/2006/main">
            <a:srgbClr val="C9DDF2"/>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0D45DDE5-FC3E-4EBF-A4B0-7F5B6DFFEB7B}"/>
              </a:ext>
            </a:extLst>
          </p:cNvPr>
          <p:cNvSpPr>
            <a:spLocks xmlns:a="http://schemas.openxmlformats.org/drawingml/2006/main" noGrp="1"/>
          </p:cNvSpPr>
          <p:nvPr/>
        </p:nvSpPr>
        <p:spPr>
          <a:xfrm xmlns:a="http://schemas.openxmlformats.org/drawingml/2006/main">
            <a:off x="0" y="2438400"/>
            <a:ext cx="12192000" cy="9525"/>
          </a:xfrm>
          <a:prstGeom xmlns:a="http://schemas.openxmlformats.org/drawingml/2006/main" prst="rect">
            <a:avLst/>
          </a:prstGeom>
          <a:solidFill xmlns:a="http://schemas.openxmlformats.org/drawingml/2006/main">
            <a:srgbClr val="C9DDF2"/>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1329F06F-8ADA-4CB2-91A5-A80CCA99A6AA}"/>
              </a:ext>
            </a:extLst>
          </p:cNvPr>
          <p:cNvSpPr>
            <a:spLocks xmlns:a="http://schemas.openxmlformats.org/drawingml/2006/main" noGrp="1"/>
          </p:cNvSpPr>
          <p:nvPr/>
        </p:nvSpPr>
        <p:spPr>
          <a:xfrm xmlns:a="http://schemas.openxmlformats.org/drawingml/2006/main">
            <a:off x="0" y="3048000"/>
            <a:ext cx="12192000" cy="9525"/>
          </a:xfrm>
          <a:prstGeom xmlns:a="http://schemas.openxmlformats.org/drawingml/2006/main" prst="rect">
            <a:avLst/>
          </a:prstGeom>
          <a:solidFill xmlns:a="http://schemas.openxmlformats.org/drawingml/2006/main">
            <a:srgbClr val="C9DDF2"/>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47DE50F7-E045-41D9-A7A8-9FF6B09212C8}"/>
              </a:ext>
            </a:extLst>
          </p:cNvPr>
          <p:cNvSpPr>
            <a:spLocks xmlns:a="http://schemas.openxmlformats.org/drawingml/2006/main" noGrp="1"/>
          </p:cNvSpPr>
          <p:nvPr/>
        </p:nvSpPr>
        <p:spPr>
          <a:xfrm xmlns:a="http://schemas.openxmlformats.org/drawingml/2006/main">
            <a:off x="0" y="3657600"/>
            <a:ext cx="12192000" cy="9525"/>
          </a:xfrm>
          <a:prstGeom xmlns:a="http://schemas.openxmlformats.org/drawingml/2006/main" prst="rect">
            <a:avLst/>
          </a:prstGeom>
          <a:solidFill xmlns:a="http://schemas.openxmlformats.org/drawingml/2006/main">
            <a:srgbClr val="C9DDF2"/>
          </a:solidFill>
          <a:ln xmlns:a="http://schemas.openxmlformats.org/drawingml/2006/main" w="0">
            <a:noFill/>
            <a:prstDash val="solid"/>
          </a:ln>
        </p:spPr>
      </p:sp>
      <p:sp>
        <p:nvSpPr>
          <p:cNvPr id="29" name="">
            <a:extLst xmlns:a="http://schemas.openxmlformats.org/drawingml/2006/main">
              <a:ext uri="{FF2B5EF4-FFF2-40B4-BE49-F238E27FC236}">
                <a16:creationId xmlns:a16="http://schemas.microsoft.com/office/drawing/2014/main" id="{BBDDE742-2160-4209-8566-0B423BA84117}"/>
              </a:ext>
            </a:extLst>
          </p:cNvPr>
          <p:cNvSpPr>
            <a:spLocks xmlns:a="http://schemas.openxmlformats.org/drawingml/2006/main" noGrp="1"/>
          </p:cNvSpPr>
          <p:nvPr/>
        </p:nvSpPr>
        <p:spPr>
          <a:xfrm xmlns:a="http://schemas.openxmlformats.org/drawingml/2006/main">
            <a:off x="0" y="4267200"/>
            <a:ext cx="12192000" cy="9525"/>
          </a:xfrm>
          <a:prstGeom xmlns:a="http://schemas.openxmlformats.org/drawingml/2006/main" prst="rect">
            <a:avLst/>
          </a:prstGeom>
          <a:solidFill xmlns:a="http://schemas.openxmlformats.org/drawingml/2006/main">
            <a:srgbClr val="C9DDF2"/>
          </a:solidFill>
          <a:ln xmlns:a="http://schemas.openxmlformats.org/drawingml/2006/main" w="0">
            <a:noFill/>
            <a:prstDash val="solid"/>
          </a:ln>
        </p:spPr>
      </p:sp>
      <p:sp>
        <p:nvSpPr>
          <p:cNvPr id="30" name="">
            <a:extLst xmlns:a="http://schemas.openxmlformats.org/drawingml/2006/main">
              <a:ext uri="{FF2B5EF4-FFF2-40B4-BE49-F238E27FC236}">
                <a16:creationId xmlns:a16="http://schemas.microsoft.com/office/drawing/2014/main" id="{7CC6F8F6-B34F-4B38-9CA4-2D713F20C7D4}"/>
              </a:ext>
            </a:extLst>
          </p:cNvPr>
          <p:cNvSpPr>
            <a:spLocks xmlns:a="http://schemas.openxmlformats.org/drawingml/2006/main" noGrp="1"/>
          </p:cNvSpPr>
          <p:nvPr/>
        </p:nvSpPr>
        <p:spPr>
          <a:xfrm xmlns:a="http://schemas.openxmlformats.org/drawingml/2006/main">
            <a:off x="0" y="4876800"/>
            <a:ext cx="12192000" cy="9525"/>
          </a:xfrm>
          <a:prstGeom xmlns:a="http://schemas.openxmlformats.org/drawingml/2006/main" prst="rect">
            <a:avLst/>
          </a:prstGeom>
          <a:solidFill xmlns:a="http://schemas.openxmlformats.org/drawingml/2006/main">
            <a:srgbClr val="C9DDF2"/>
          </a:solidFill>
          <a:ln xmlns:a="http://schemas.openxmlformats.org/drawingml/2006/main" w="0">
            <a:noFill/>
            <a:prstDash val="solid"/>
          </a:ln>
        </p:spPr>
      </p:sp>
      <p:sp>
        <p:nvSpPr>
          <p:cNvPr id="31" name="">
            <a:extLst xmlns:a="http://schemas.openxmlformats.org/drawingml/2006/main">
              <a:ext uri="{FF2B5EF4-FFF2-40B4-BE49-F238E27FC236}">
                <a16:creationId xmlns:a16="http://schemas.microsoft.com/office/drawing/2014/main" id="{B430FDB9-AC23-4757-8313-A1A69D0D59A0}"/>
              </a:ext>
            </a:extLst>
          </p:cNvPr>
          <p:cNvSpPr>
            <a:spLocks xmlns:a="http://schemas.openxmlformats.org/drawingml/2006/main" noGrp="1"/>
          </p:cNvSpPr>
          <p:nvPr/>
        </p:nvSpPr>
        <p:spPr>
          <a:xfrm xmlns:a="http://schemas.openxmlformats.org/drawingml/2006/main">
            <a:off x="0" y="5486400"/>
            <a:ext cx="12192000" cy="9525"/>
          </a:xfrm>
          <a:prstGeom xmlns:a="http://schemas.openxmlformats.org/drawingml/2006/main" prst="rect">
            <a:avLst/>
          </a:prstGeom>
          <a:solidFill xmlns:a="http://schemas.openxmlformats.org/drawingml/2006/main">
            <a:srgbClr val="C9DDF2"/>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138092BD-505D-4C88-8321-CF4F94904B88}"/>
              </a:ext>
            </a:extLst>
          </p:cNvPr>
          <p:cNvSpPr>
            <a:spLocks xmlns:a="http://schemas.openxmlformats.org/drawingml/2006/main" noGrp="1"/>
          </p:cNvSpPr>
          <p:nvPr/>
        </p:nvSpPr>
        <p:spPr>
          <a:xfrm xmlns:a="http://schemas.openxmlformats.org/drawingml/2006/main">
            <a:off x="0" y="6096000"/>
            <a:ext cx="12192000" cy="9525"/>
          </a:xfrm>
          <a:prstGeom xmlns:a="http://schemas.openxmlformats.org/drawingml/2006/main" prst="rect">
            <a:avLst/>
          </a:prstGeom>
          <a:solidFill xmlns:a="http://schemas.openxmlformats.org/drawingml/2006/main">
            <a:srgbClr val="C9DDF2"/>
          </a:solidFill>
          <a:ln xmlns:a="http://schemas.openxmlformats.org/drawingml/2006/main" w="0">
            <a:noFill/>
            <a:prstDash val="solid"/>
          </a:ln>
        </p:spPr>
      </p:sp>
      <p:sp>
        <p:nvSpPr>
          <p:cNvPr id="33" name="">
            <a:extLst xmlns:a="http://schemas.openxmlformats.org/drawingml/2006/main">
              <a:ext uri="{FF2B5EF4-FFF2-40B4-BE49-F238E27FC236}">
                <a16:creationId xmlns:a16="http://schemas.microsoft.com/office/drawing/2014/main" id="{19B06EBA-2D50-4530-8AFC-A86FDB3E3BEF}"/>
              </a:ext>
            </a:extLst>
          </p:cNvPr>
          <p:cNvSpPr>
            <a:spLocks xmlns:a="http://schemas.openxmlformats.org/drawingml/2006/main" noGrp="1"/>
          </p:cNvSpPr>
          <p:nvPr/>
        </p:nvSpPr>
        <p:spPr>
          <a:xfrm xmlns:a="http://schemas.openxmlformats.org/drawingml/2006/main">
            <a:off x="0" y="6705600"/>
            <a:ext cx="12192000" cy="9525"/>
          </a:xfrm>
          <a:prstGeom xmlns:a="http://schemas.openxmlformats.org/drawingml/2006/main" prst="rect">
            <a:avLst/>
          </a:prstGeom>
          <a:solidFill xmlns:a="http://schemas.openxmlformats.org/drawingml/2006/main">
            <a:srgbClr val="C9DDF2"/>
          </a:solidFill>
          <a:ln xmlns:a="http://schemas.openxmlformats.org/drawingml/2006/main" w="0">
            <a:noFill/>
            <a:prstDash val="solid"/>
          </a:ln>
        </p:spPr>
      </p:sp>
      <p:sp>
        <p:nvSpPr>
          <p:cNvPr id="34" name="">
            <a:extLst xmlns:a="http://schemas.openxmlformats.org/drawingml/2006/main">
              <a:ext uri="{FF2B5EF4-FFF2-40B4-BE49-F238E27FC236}">
                <a16:creationId xmlns:a16="http://schemas.microsoft.com/office/drawing/2014/main" id="{8C146315-BC40-49A8-8167-2443947B6EB4}"/>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79A817"/>
          </a:solidFill>
          <a:ln xmlns:a="http://schemas.openxmlformats.org/drawingml/2006/main" w="0">
            <a:noFill/>
            <a:prstDash val="solid"/>
          </a:ln>
        </p:spPr>
      </p:sp>
      <p:sp>
        <p:nvSpPr>
          <p:cNvPr id="35" name="">
            <a:extLst xmlns:a="http://schemas.openxmlformats.org/drawingml/2006/main">
              <a:ext uri="{FF2B5EF4-FFF2-40B4-BE49-F238E27FC236}">
                <a16:creationId xmlns:a16="http://schemas.microsoft.com/office/drawing/2014/main" id="{503B2DF3-36BC-4E5E-9BD0-1F9832818A4C}"/>
              </a:ext>
            </a:extLst>
          </p:cNvPr>
          <p:cNvSpPr>
            <a:spLocks xmlns:a="http://schemas.openxmlformats.org/drawingml/2006/main" noGrp="1"/>
          </p:cNvSpPr>
          <p:nvPr/>
        </p:nvSpPr>
        <p:spPr>
          <a:xfrm xmlns:a="http://schemas.openxmlformats.org/drawingml/2006/main">
            <a:off x="590550" y="552450"/>
            <a:ext cx="10477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250" b="1">
                <a:solidFill>
                  <a:srgbClr val="102A43"/>
                </a:solidFill>
              </a:defRPr>
            </a:pPr>
            <a:r>
              <a:rPr sz="2250" b="1">
                <a:solidFill>
                  <a:srgbClr val="102A43"/>
                </a:solidFill>
              </a:rPr>
              <a:t>The result says stop or go</a:t>
            </a:r>
          </a:p>
        </p:txBody>
      </p:sp>
      <p:sp>
        <p:nvSpPr>
          <p:cNvPr id="36" name="">
            <a:extLst xmlns:a="http://schemas.openxmlformats.org/drawingml/2006/main">
              <a:ext uri="{FF2B5EF4-FFF2-40B4-BE49-F238E27FC236}">
                <a16:creationId xmlns:a16="http://schemas.microsoft.com/office/drawing/2014/main" id="{9C443AB8-A15D-4771-80AD-BCBB29993882}"/>
              </a:ext>
            </a:extLst>
          </p:cNvPr>
          <p:cNvSpPr>
            <a:spLocks xmlns:a="http://schemas.openxmlformats.org/drawingml/2006/main" noGrp="1"/>
          </p:cNvSpPr>
          <p:nvPr/>
        </p:nvSpPr>
        <p:spPr>
          <a:xfrm xmlns:a="http://schemas.openxmlformats.org/drawingml/2006/main">
            <a:off x="590550" y="1190625"/>
            <a:ext cx="990600" cy="47625"/>
          </a:xfrm>
          <a:prstGeom xmlns:a="http://schemas.openxmlformats.org/drawingml/2006/main" prst="rect">
            <a:avLst/>
          </a:prstGeom>
          <a:solidFill xmlns:a="http://schemas.openxmlformats.org/drawingml/2006/main">
            <a:srgbClr val="79A817"/>
          </a:solidFill>
          <a:ln xmlns:a="http://schemas.openxmlformats.org/drawingml/2006/main" w="0">
            <a:noFill/>
            <a:prstDash val="solid"/>
          </a:ln>
        </p:spPr>
      </p:sp>
      <p:sp>
        <p:nvSpPr>
          <p:cNvPr id="37" name="">
            <a:extLst xmlns:a="http://schemas.openxmlformats.org/drawingml/2006/main">
              <a:ext uri="{FF2B5EF4-FFF2-40B4-BE49-F238E27FC236}">
                <a16:creationId xmlns:a16="http://schemas.microsoft.com/office/drawing/2014/main" id="{A4ACE94E-26EA-415C-BA33-5D66B4CD1E44}"/>
              </a:ext>
            </a:extLst>
          </p:cNvPr>
          <p:cNvSpPr>
            <a:spLocks xmlns:a="http://schemas.openxmlformats.org/drawingml/2006/main" noGrp="1"/>
          </p:cNvSpPr>
          <p:nvPr/>
        </p:nvSpPr>
        <p:spPr>
          <a:xfrm xmlns:a="http://schemas.openxmlformats.org/drawingml/2006/main">
            <a:off x="11144250" y="590550"/>
            <a:ext cx="47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1050" b="1">
                <a:solidFill>
                  <a:srgbClr val="526575"/>
                </a:solidFill>
              </a:defRPr>
            </a:pPr>
            <a:r>
              <a:rPr sz="1050" b="1">
                <a:solidFill>
                  <a:srgbClr val="526575"/>
                </a:solidFill>
              </a:rPr>
              <a:t>07</a:t>
            </a:r>
          </a:p>
        </p:txBody>
      </p:sp>
      <p:sp>
        <p:nvSpPr>
          <p:cNvPr id="38" name="">
            <a:extLst xmlns:a="http://schemas.openxmlformats.org/drawingml/2006/main">
              <a:ext uri="{FF2B5EF4-FFF2-40B4-BE49-F238E27FC236}">
                <a16:creationId xmlns:a16="http://schemas.microsoft.com/office/drawing/2014/main" id="{AA08933E-2AD2-4133-A1AC-1DE9747A6522}"/>
              </a:ext>
            </a:extLst>
          </p:cNvPr>
          <p:cNvSpPr>
            <a:spLocks xmlns:a="http://schemas.openxmlformats.org/drawingml/2006/main" noGrp="1"/>
          </p:cNvSpPr>
          <p:nvPr/>
        </p:nvSpPr>
        <p:spPr>
          <a:xfrm xmlns:a="http://schemas.openxmlformats.org/drawingml/2006/main">
            <a:off x="876300" y="1466850"/>
            <a:ext cx="2667000" cy="723900"/>
          </a:xfrm>
          <a:prstGeom xmlns:a="http://schemas.openxmlformats.org/drawingml/2006/main" prst="roundRect">
            <a:avLst>
              <a:gd name="adj" fmla="val 21053"/>
            </a:avLst>
          </a:prstGeom>
          <a:solidFill xmlns:a="http://schemas.openxmlformats.org/drawingml/2006/main">
            <a:srgbClr val="B43B35"/>
          </a:solidFill>
          <a:ln xmlns:a="http://schemas.openxmlformats.org/drawingml/2006/main" w="9525">
            <a:solidFill>
              <a:srgbClr val="B43B35"/>
            </a:solidFill>
            <a:prstDash val="solid"/>
          </a:ln>
        </p:spPr>
      </p:sp>
      <p:sp>
        <p:nvSpPr>
          <p:cNvPr id="39" name="">
            <a:extLst xmlns:a="http://schemas.openxmlformats.org/drawingml/2006/main">
              <a:ext uri="{FF2B5EF4-FFF2-40B4-BE49-F238E27FC236}">
                <a16:creationId xmlns:a16="http://schemas.microsoft.com/office/drawing/2014/main" id="{D74A8DF1-FC87-4EB5-98BB-FF8AE77D0AA6}"/>
              </a:ext>
            </a:extLst>
          </p:cNvPr>
          <p:cNvSpPr>
            <a:spLocks xmlns:a="http://schemas.openxmlformats.org/drawingml/2006/main" noGrp="1"/>
          </p:cNvSpPr>
          <p:nvPr/>
        </p:nvSpPr>
        <p:spPr>
          <a:xfrm xmlns:a="http://schemas.openxmlformats.org/drawingml/2006/main">
            <a:off x="1028700" y="1543050"/>
            <a:ext cx="23622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875" b="1">
                <a:solidFill>
                  <a:srgbClr val="FFFFFF"/>
                </a:solidFill>
              </a:defRPr>
            </a:pPr>
            <a:r>
              <a:rPr sz="1875" b="1">
                <a:solidFill>
                  <a:srgbClr val="FFFFFF"/>
                </a:solidFill>
              </a:rPr>
              <a:t>Below 20 S/m</a:t>
            </a:r>
          </a:p>
        </p:txBody>
      </p:sp>
      <p:sp>
        <p:nvSpPr>
          <p:cNvPr id="40" name="">
            <a:extLst xmlns:a="http://schemas.openxmlformats.org/drawingml/2006/main">
              <a:ext uri="{FF2B5EF4-FFF2-40B4-BE49-F238E27FC236}">
                <a16:creationId xmlns:a16="http://schemas.microsoft.com/office/drawing/2014/main" id="{B6B95110-F269-421C-A100-9930BAB711A8}"/>
              </a:ext>
            </a:extLst>
          </p:cNvPr>
          <p:cNvSpPr>
            <a:spLocks xmlns:a="http://schemas.openxmlformats.org/drawingml/2006/main" noGrp="1"/>
          </p:cNvSpPr>
          <p:nvPr/>
        </p:nvSpPr>
        <p:spPr>
          <a:xfrm xmlns:a="http://schemas.openxmlformats.org/drawingml/2006/main">
            <a:off x="4095750" y="1514475"/>
            <a:ext cx="67627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102A43"/>
                </a:solidFill>
              </a:defRPr>
            </a:pPr>
            <a:r>
              <a:rPr sz="1875" b="1">
                <a:solidFill>
                  <a:srgbClr val="102A43"/>
                </a:solidFill>
              </a:rPr>
              <a:t>STOP or make a major change</a:t>
            </a:r>
          </a:p>
        </p:txBody>
      </p:sp>
      <p:sp>
        <p:nvSpPr>
          <p:cNvPr id="41" name="">
            <a:extLst xmlns:a="http://schemas.openxmlformats.org/drawingml/2006/main">
              <a:ext uri="{FF2B5EF4-FFF2-40B4-BE49-F238E27FC236}">
                <a16:creationId xmlns:a16="http://schemas.microsoft.com/office/drawing/2014/main" id="{F815C5EB-C506-4830-9BC3-E5D8167E3183}"/>
              </a:ext>
            </a:extLst>
          </p:cNvPr>
          <p:cNvSpPr>
            <a:spLocks xmlns:a="http://schemas.openxmlformats.org/drawingml/2006/main" noGrp="1"/>
          </p:cNvSpPr>
          <p:nvPr/>
        </p:nvSpPr>
        <p:spPr>
          <a:xfrm xmlns:a="http://schemas.openxmlformats.org/drawingml/2006/main">
            <a:off x="876300" y="2476500"/>
            <a:ext cx="2667000" cy="723900"/>
          </a:xfrm>
          <a:prstGeom xmlns:a="http://schemas.openxmlformats.org/drawingml/2006/main" prst="roundRect">
            <a:avLst>
              <a:gd name="adj" fmla="val 21053"/>
            </a:avLst>
          </a:prstGeom>
          <a:solidFill xmlns:a="http://schemas.openxmlformats.org/drawingml/2006/main">
            <a:srgbClr val="E9A821"/>
          </a:solidFill>
          <a:ln xmlns:a="http://schemas.openxmlformats.org/drawingml/2006/main" w="9525">
            <a:solidFill>
              <a:srgbClr val="E9A821"/>
            </a:solidFill>
            <a:prstDash val="solid"/>
          </a:ln>
        </p:spPr>
      </p:sp>
      <p:sp>
        <p:nvSpPr>
          <p:cNvPr id="42" name="">
            <a:extLst xmlns:a="http://schemas.openxmlformats.org/drawingml/2006/main">
              <a:ext uri="{FF2B5EF4-FFF2-40B4-BE49-F238E27FC236}">
                <a16:creationId xmlns:a16="http://schemas.microsoft.com/office/drawing/2014/main" id="{EE6E966C-3277-44D8-81F9-8F912A0D7CD1}"/>
              </a:ext>
            </a:extLst>
          </p:cNvPr>
          <p:cNvSpPr>
            <a:spLocks xmlns:a="http://schemas.openxmlformats.org/drawingml/2006/main" noGrp="1"/>
          </p:cNvSpPr>
          <p:nvPr/>
        </p:nvSpPr>
        <p:spPr>
          <a:xfrm xmlns:a="http://schemas.openxmlformats.org/drawingml/2006/main">
            <a:off x="1028700" y="2552700"/>
            <a:ext cx="23622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875" b="1">
                <a:solidFill>
                  <a:srgbClr val="FFFFFF"/>
                </a:solidFill>
              </a:defRPr>
            </a:pPr>
            <a:r>
              <a:rPr sz="1875" b="1">
                <a:solidFill>
                  <a:srgbClr val="FFFFFF"/>
                </a:solidFill>
              </a:rPr>
              <a:t>20-60 S/m</a:t>
            </a:r>
          </a:p>
        </p:txBody>
      </p:sp>
      <p:sp>
        <p:nvSpPr>
          <p:cNvPr id="43" name="">
            <a:extLst xmlns:a="http://schemas.openxmlformats.org/drawingml/2006/main">
              <a:ext uri="{FF2B5EF4-FFF2-40B4-BE49-F238E27FC236}">
                <a16:creationId xmlns:a16="http://schemas.microsoft.com/office/drawing/2014/main" id="{E76E8251-81E1-4DD5-8FE2-C8BE0876E2D2}"/>
              </a:ext>
            </a:extLst>
          </p:cNvPr>
          <p:cNvSpPr>
            <a:spLocks xmlns:a="http://schemas.openxmlformats.org/drawingml/2006/main" noGrp="1"/>
          </p:cNvSpPr>
          <p:nvPr/>
        </p:nvSpPr>
        <p:spPr>
          <a:xfrm xmlns:a="http://schemas.openxmlformats.org/drawingml/2006/main">
            <a:off x="4095750" y="2524125"/>
            <a:ext cx="67627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0">
                <a:solidFill>
                  <a:srgbClr val="102A43"/>
                </a:solidFill>
              </a:defRPr>
            </a:pPr>
            <a:r>
              <a:rPr sz="1875" b="0">
                <a:solidFill>
                  <a:srgbClr val="102A43"/>
                </a:solidFill>
              </a:rPr>
              <a:t>Borderline - learn and redesign</a:t>
            </a:r>
          </a:p>
        </p:txBody>
      </p:sp>
      <p:sp>
        <p:nvSpPr>
          <p:cNvPr id="44" name="">
            <a:extLst xmlns:a="http://schemas.openxmlformats.org/drawingml/2006/main">
              <a:ext uri="{FF2B5EF4-FFF2-40B4-BE49-F238E27FC236}">
                <a16:creationId xmlns:a16="http://schemas.microsoft.com/office/drawing/2014/main" id="{F538FC95-1498-411D-9902-4172E228F9CA}"/>
              </a:ext>
            </a:extLst>
          </p:cNvPr>
          <p:cNvSpPr>
            <a:spLocks xmlns:a="http://schemas.openxmlformats.org/drawingml/2006/main" noGrp="1"/>
          </p:cNvSpPr>
          <p:nvPr/>
        </p:nvSpPr>
        <p:spPr>
          <a:xfrm xmlns:a="http://schemas.openxmlformats.org/drawingml/2006/main">
            <a:off x="876300" y="3486150"/>
            <a:ext cx="2667000" cy="723900"/>
          </a:xfrm>
          <a:prstGeom xmlns:a="http://schemas.openxmlformats.org/drawingml/2006/main" prst="roundRect">
            <a:avLst>
              <a:gd name="adj" fmla="val 21053"/>
            </a:avLst>
          </a:prstGeom>
          <a:solidFill xmlns:a="http://schemas.openxmlformats.org/drawingml/2006/main">
            <a:srgbClr val="2D9CDB"/>
          </a:solidFill>
          <a:ln xmlns:a="http://schemas.openxmlformats.org/drawingml/2006/main" w="9525">
            <a:solidFill>
              <a:srgbClr val="2D9CDB"/>
            </a:solidFill>
            <a:prstDash val="solid"/>
          </a:ln>
        </p:spPr>
      </p:sp>
      <p:sp>
        <p:nvSpPr>
          <p:cNvPr id="45" name="">
            <a:extLst xmlns:a="http://schemas.openxmlformats.org/drawingml/2006/main">
              <a:ext uri="{FF2B5EF4-FFF2-40B4-BE49-F238E27FC236}">
                <a16:creationId xmlns:a16="http://schemas.microsoft.com/office/drawing/2014/main" id="{665A4387-71EF-4945-9DC2-348AF24B8969}"/>
              </a:ext>
            </a:extLst>
          </p:cNvPr>
          <p:cNvSpPr>
            <a:spLocks xmlns:a="http://schemas.openxmlformats.org/drawingml/2006/main" noGrp="1"/>
          </p:cNvSpPr>
          <p:nvPr/>
        </p:nvSpPr>
        <p:spPr>
          <a:xfrm xmlns:a="http://schemas.openxmlformats.org/drawingml/2006/main">
            <a:off x="1028700" y="3562350"/>
            <a:ext cx="23622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875" b="1">
                <a:solidFill>
                  <a:srgbClr val="FFFFFF"/>
                </a:solidFill>
              </a:defRPr>
            </a:pPr>
            <a:r>
              <a:rPr sz="1875" b="1">
                <a:solidFill>
                  <a:srgbClr val="FFFFFF"/>
                </a:solidFill>
              </a:rPr>
              <a:t>60+ S/m</a:t>
            </a:r>
          </a:p>
        </p:txBody>
      </p:sp>
      <p:sp>
        <p:nvSpPr>
          <p:cNvPr id="46" name="">
            <a:extLst xmlns:a="http://schemas.openxmlformats.org/drawingml/2006/main">
              <a:ext uri="{FF2B5EF4-FFF2-40B4-BE49-F238E27FC236}">
                <a16:creationId xmlns:a16="http://schemas.microsoft.com/office/drawing/2014/main" id="{04384E2E-41C2-4005-8D17-BFD644DDFD9A}"/>
              </a:ext>
            </a:extLst>
          </p:cNvPr>
          <p:cNvSpPr>
            <a:spLocks xmlns:a="http://schemas.openxmlformats.org/drawingml/2006/main" noGrp="1"/>
          </p:cNvSpPr>
          <p:nvPr/>
        </p:nvSpPr>
        <p:spPr>
          <a:xfrm xmlns:a="http://schemas.openxmlformats.org/drawingml/2006/main">
            <a:off x="4095750" y="3533775"/>
            <a:ext cx="67627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0">
                <a:solidFill>
                  <a:srgbClr val="102A43"/>
                </a:solidFill>
              </a:defRPr>
            </a:pPr>
            <a:r>
              <a:rPr sz="1875" b="0">
                <a:solidFill>
                  <a:srgbClr val="102A43"/>
                </a:solidFill>
              </a:rPr>
              <a:t>Re-run the model with real data</a:t>
            </a:r>
          </a:p>
        </p:txBody>
      </p:sp>
      <p:sp>
        <p:nvSpPr>
          <p:cNvPr id="47" name="">
            <a:extLst xmlns:a="http://schemas.openxmlformats.org/drawingml/2006/main">
              <a:ext uri="{FF2B5EF4-FFF2-40B4-BE49-F238E27FC236}">
                <a16:creationId xmlns:a16="http://schemas.microsoft.com/office/drawing/2014/main" id="{ED58DCCB-7EA9-40AA-8511-6C2594994EEE}"/>
              </a:ext>
            </a:extLst>
          </p:cNvPr>
          <p:cNvSpPr>
            <a:spLocks xmlns:a="http://schemas.openxmlformats.org/drawingml/2006/main" noGrp="1"/>
          </p:cNvSpPr>
          <p:nvPr/>
        </p:nvSpPr>
        <p:spPr>
          <a:xfrm xmlns:a="http://schemas.openxmlformats.org/drawingml/2006/main">
            <a:off x="876300" y="4495800"/>
            <a:ext cx="2667000" cy="723900"/>
          </a:xfrm>
          <a:prstGeom xmlns:a="http://schemas.openxmlformats.org/drawingml/2006/main" prst="roundRect">
            <a:avLst>
              <a:gd name="adj" fmla="val 21053"/>
            </a:avLst>
          </a:prstGeom>
          <a:solidFill xmlns:a="http://schemas.openxmlformats.org/drawingml/2006/main">
            <a:srgbClr val="79A817"/>
          </a:solidFill>
          <a:ln xmlns:a="http://schemas.openxmlformats.org/drawingml/2006/main" w="9525">
            <a:solidFill>
              <a:srgbClr val="79A817"/>
            </a:solidFill>
            <a:prstDash val="solid"/>
          </a:ln>
        </p:spPr>
      </p:sp>
      <p:sp>
        <p:nvSpPr>
          <p:cNvPr id="48" name="">
            <a:extLst xmlns:a="http://schemas.openxmlformats.org/drawingml/2006/main">
              <a:ext uri="{FF2B5EF4-FFF2-40B4-BE49-F238E27FC236}">
                <a16:creationId xmlns:a16="http://schemas.microsoft.com/office/drawing/2014/main" id="{44A01519-E207-4803-89FB-751BAEA7CF26}"/>
              </a:ext>
            </a:extLst>
          </p:cNvPr>
          <p:cNvSpPr>
            <a:spLocks xmlns:a="http://schemas.openxmlformats.org/drawingml/2006/main" noGrp="1"/>
          </p:cNvSpPr>
          <p:nvPr/>
        </p:nvSpPr>
        <p:spPr>
          <a:xfrm xmlns:a="http://schemas.openxmlformats.org/drawingml/2006/main">
            <a:off x="1028700" y="4572000"/>
            <a:ext cx="23622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875" b="1">
                <a:solidFill>
                  <a:srgbClr val="FFFFFF"/>
                </a:solidFill>
              </a:defRPr>
            </a:pPr>
            <a:r>
              <a:rPr sz="1875" b="1">
                <a:solidFill>
                  <a:srgbClr val="FFFFFF"/>
                </a:solidFill>
              </a:rPr>
              <a:t>80-150+ S/m</a:t>
            </a:r>
          </a:p>
        </p:txBody>
      </p:sp>
      <p:sp>
        <p:nvSpPr>
          <p:cNvPr id="49" name="">
            <a:extLst xmlns:a="http://schemas.openxmlformats.org/drawingml/2006/main">
              <a:ext uri="{FF2B5EF4-FFF2-40B4-BE49-F238E27FC236}">
                <a16:creationId xmlns:a16="http://schemas.microsoft.com/office/drawing/2014/main" id="{44DD55ED-A530-434F-B542-EE80AD042E17}"/>
              </a:ext>
            </a:extLst>
          </p:cNvPr>
          <p:cNvSpPr>
            <a:spLocks xmlns:a="http://schemas.openxmlformats.org/drawingml/2006/main" noGrp="1"/>
          </p:cNvSpPr>
          <p:nvPr/>
        </p:nvSpPr>
        <p:spPr>
          <a:xfrm xmlns:a="http://schemas.openxmlformats.org/drawingml/2006/main">
            <a:off x="4095750" y="4543425"/>
            <a:ext cx="67627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0">
                <a:solidFill>
                  <a:srgbClr val="102A43"/>
                </a:solidFill>
              </a:defRPr>
            </a:pPr>
            <a:r>
              <a:rPr sz="1875" b="0">
                <a:solidFill>
                  <a:srgbClr val="102A43"/>
                </a:solidFill>
              </a:rPr>
              <a:t>Best research target only if power and heat stay reasonable</a:t>
            </a:r>
          </a:p>
        </p:txBody>
      </p:sp>
      <p:sp>
        <p:nvSpPr>
          <p:cNvPr id="50" name="">
            <a:extLst xmlns:a="http://schemas.openxmlformats.org/drawingml/2006/main">
              <a:ext uri="{FF2B5EF4-FFF2-40B4-BE49-F238E27FC236}">
                <a16:creationId xmlns:a16="http://schemas.microsoft.com/office/drawing/2014/main" id="{F42CE9F2-1650-4238-A1DF-248D1FC1F4DD}"/>
              </a:ext>
            </a:extLst>
          </p:cNvPr>
          <p:cNvSpPr>
            <a:spLocks xmlns:a="http://schemas.openxmlformats.org/drawingml/2006/main" noGrp="1"/>
          </p:cNvSpPr>
          <p:nvPr/>
        </p:nvSpPr>
        <p:spPr>
          <a:xfrm xmlns:a="http://schemas.openxmlformats.org/drawingml/2006/main">
            <a:off x="2000250" y="5619750"/>
            <a:ext cx="8191500" cy="609600"/>
          </a:xfrm>
          <a:prstGeom xmlns:a="http://schemas.openxmlformats.org/drawingml/2006/main" prst="roundRect">
            <a:avLst>
              <a:gd name="adj" fmla="val 25000"/>
            </a:avLst>
          </a:prstGeom>
          <a:solidFill xmlns:a="http://schemas.openxmlformats.org/drawingml/2006/main">
            <a:srgbClr val="FAE9E7"/>
          </a:solidFill>
          <a:ln xmlns:a="http://schemas.openxmlformats.org/drawingml/2006/main" w="9525">
            <a:solidFill>
              <a:srgbClr val="B43B35"/>
            </a:solidFill>
            <a:prstDash val="solid"/>
          </a:ln>
        </p:spPr>
      </p:sp>
      <p:sp>
        <p:nvSpPr>
          <p:cNvPr id="51" name="">
            <a:extLst xmlns:a="http://schemas.openxmlformats.org/drawingml/2006/main">
              <a:ext uri="{FF2B5EF4-FFF2-40B4-BE49-F238E27FC236}">
                <a16:creationId xmlns:a16="http://schemas.microsoft.com/office/drawing/2014/main" id="{B9B05E87-7DAE-4058-944A-DDB49ECFE678}"/>
              </a:ext>
            </a:extLst>
          </p:cNvPr>
          <p:cNvSpPr>
            <a:spLocks xmlns:a="http://schemas.openxmlformats.org/drawingml/2006/main" noGrp="1"/>
          </p:cNvSpPr>
          <p:nvPr/>
        </p:nvSpPr>
        <p:spPr>
          <a:xfrm xmlns:a="http://schemas.openxmlformats.org/drawingml/2006/main">
            <a:off x="2209800" y="5715000"/>
            <a:ext cx="77724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650" b="1">
                <a:solidFill>
                  <a:srgbClr val="B43B35"/>
                </a:solidFill>
              </a:defRPr>
            </a:pPr>
            <a:r>
              <a:rPr sz="1650" b="1">
                <a:solidFill>
                  <a:srgbClr val="B43B35"/>
                </a:solidFill>
              </a:rPr>
              <a:t>A bright spark is not a win. Streams or arcs fail the current path.</a:t>
            </a:r>
          </a:p>
        </p:txBody>
      </p:sp>
      <p:sp>
        <p:nvSpPr>
          <p:cNvPr id="52" name="">
            <a:extLst xmlns:a="http://schemas.openxmlformats.org/drawingml/2006/main">
              <a:ext uri="{FF2B5EF4-FFF2-40B4-BE49-F238E27FC236}">
                <a16:creationId xmlns:a16="http://schemas.microsoft.com/office/drawing/2014/main" id="{8B82ABEC-1FB6-4464-A174-145C8DEA81E6}"/>
              </a:ext>
            </a:extLst>
          </p:cNvPr>
          <p:cNvSpPr>
            <a:spLocks xmlns:a="http://schemas.openxmlformats.org/drawingml/2006/main" noGrp="1"/>
          </p:cNvSpPr>
          <p:nvPr/>
        </p:nvSpPr>
        <p:spPr>
          <a:xfrm xmlns:a="http://schemas.openxmlformats.org/drawingml/2006/main">
            <a:off x="609600" y="6419850"/>
            <a:ext cx="666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26575"/>
                </a:solidFill>
              </a:defRPr>
            </a:pPr>
            <a:r>
              <a:rPr sz="900" b="1">
                <a:solidFill>
                  <a:srgbClr val="526575"/>
                </a:solidFill>
              </a:rPr>
              <a:t>CRTFE P2  |  CONCEPT ONLY - NOT FLIGHT READY</a:t>
            </a:r>
          </a:p>
        </p:txBody>
      </p:sp>
      <p:sp>
        <p:nvSpPr>
          <p:cNvPr id="53" name="">
            <a:extLst xmlns:a="http://schemas.openxmlformats.org/drawingml/2006/main">
              <a:ext uri="{FF2B5EF4-FFF2-40B4-BE49-F238E27FC236}">
                <a16:creationId xmlns:a16="http://schemas.microsoft.com/office/drawing/2014/main" id="{938CD1E4-3628-4FF2-8A1E-412B7117818F}"/>
              </a:ext>
            </a:extLst>
          </p:cNvPr>
          <p:cNvSpPr>
            <a:spLocks xmlns:a="http://schemas.openxmlformats.org/drawingml/2006/main" noGrp="1"/>
          </p:cNvSpPr>
          <p:nvPr/>
        </p:nvSpPr>
        <p:spPr>
          <a:xfrm xmlns:a="http://schemas.openxmlformats.org/drawingml/2006/main">
            <a:off x="7810500" y="6419850"/>
            <a:ext cx="3771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900" b="0">
                <a:solidFill>
                  <a:srgbClr val="526575"/>
                </a:solidFill>
              </a:defRPr>
            </a:pPr>
            <a:r>
              <a:rPr sz="900" b="0">
                <a:solidFill>
                  <a:srgbClr val="526575"/>
                </a:solidFill>
              </a:rPr>
              <a:t>Dorian Martin-Smith  |  Lawton, Oklahoma</a:t>
            </a:r>
          </a:p>
        </p:txBody>
      </p:sp>
    </p:spTree>
    <p:extLst>
      <p:ext uri="{BB962C8B-B14F-4D97-AF65-F5344CB8AC3E}">
        <p14:creationId xmlns:p14="http://schemas.microsoft.com/office/powerpoint/2010/main" val="637905989"/>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4" name="">
            <a:extLst xmlns:a="http://schemas.openxmlformats.org/drawingml/2006/main">
              <a:ext uri="{FF2B5EF4-FFF2-40B4-BE49-F238E27FC236}">
                <a16:creationId xmlns:a16="http://schemas.microsoft.com/office/drawing/2014/main" id="{B4A0CA12-0691-4FDE-B625-3F544084A19D}"/>
              </a:ext>
            </a:extLst>
          </p:cNvPr>
          <p:cNvSpPr>
            <a:spLocks xmlns:a="http://schemas.openxmlformats.org/drawingml/2006/main" noGrp="1"/>
          </p:cNvSpPr>
          <p:nvPr/>
        </p:nvSpPr>
        <p:spPr>
          <a:xfrm xmlns:a="http://schemas.openxmlformats.org/drawingml/2006/main">
            <a:off x="0" y="0"/>
            <a:ext cx="9525" cy="6858000"/>
          </a:xfrm>
          <a:prstGeom xmlns:a="http://schemas.openxmlformats.org/drawingml/2006/main" prst="rect">
            <a:avLst/>
          </a:prstGeom>
          <a:solidFill xmlns:a="http://schemas.openxmlformats.org/drawingml/2006/main">
            <a:srgbClr val="C9DDF2"/>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91F7CC0A-9392-4E67-AE55-80FB85890648}"/>
              </a:ext>
            </a:extLst>
          </p:cNvPr>
          <p:cNvSpPr>
            <a:spLocks xmlns:a="http://schemas.openxmlformats.org/drawingml/2006/main" noGrp="1"/>
          </p:cNvSpPr>
          <p:nvPr/>
        </p:nvSpPr>
        <p:spPr>
          <a:xfrm xmlns:a="http://schemas.openxmlformats.org/drawingml/2006/main">
            <a:off x="609600" y="0"/>
            <a:ext cx="9525" cy="6858000"/>
          </a:xfrm>
          <a:prstGeom xmlns:a="http://schemas.openxmlformats.org/drawingml/2006/main" prst="rect">
            <a:avLst/>
          </a:prstGeom>
          <a:solidFill xmlns:a="http://schemas.openxmlformats.org/drawingml/2006/main">
            <a:srgbClr val="C9DDF2"/>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7E3C68A6-63F7-4487-AB79-D8A3561F6871}"/>
              </a:ext>
            </a:extLst>
          </p:cNvPr>
          <p:cNvSpPr>
            <a:spLocks xmlns:a="http://schemas.openxmlformats.org/drawingml/2006/main" noGrp="1"/>
          </p:cNvSpPr>
          <p:nvPr/>
        </p:nvSpPr>
        <p:spPr>
          <a:xfrm xmlns:a="http://schemas.openxmlformats.org/drawingml/2006/main">
            <a:off x="1219200" y="0"/>
            <a:ext cx="9525" cy="6858000"/>
          </a:xfrm>
          <a:prstGeom xmlns:a="http://schemas.openxmlformats.org/drawingml/2006/main" prst="rect">
            <a:avLst/>
          </a:prstGeom>
          <a:solidFill xmlns:a="http://schemas.openxmlformats.org/drawingml/2006/main">
            <a:srgbClr val="C9DDF2"/>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AC3F0217-7E89-4163-9BAD-E2D63EFB86F2}"/>
              </a:ext>
            </a:extLst>
          </p:cNvPr>
          <p:cNvSpPr>
            <a:spLocks xmlns:a="http://schemas.openxmlformats.org/drawingml/2006/main" noGrp="1"/>
          </p:cNvSpPr>
          <p:nvPr/>
        </p:nvSpPr>
        <p:spPr>
          <a:xfrm xmlns:a="http://schemas.openxmlformats.org/drawingml/2006/main">
            <a:off x="1828800" y="0"/>
            <a:ext cx="9525" cy="6858000"/>
          </a:xfrm>
          <a:prstGeom xmlns:a="http://schemas.openxmlformats.org/drawingml/2006/main" prst="rect">
            <a:avLst/>
          </a:prstGeom>
          <a:solidFill xmlns:a="http://schemas.openxmlformats.org/drawingml/2006/main">
            <a:srgbClr val="C9DDF2"/>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88F21FFD-C739-4B92-9378-E85D58AB87D8}"/>
              </a:ext>
            </a:extLst>
          </p:cNvPr>
          <p:cNvSpPr>
            <a:spLocks xmlns:a="http://schemas.openxmlformats.org/drawingml/2006/main" noGrp="1"/>
          </p:cNvSpPr>
          <p:nvPr/>
        </p:nvSpPr>
        <p:spPr>
          <a:xfrm xmlns:a="http://schemas.openxmlformats.org/drawingml/2006/main">
            <a:off x="2438400" y="0"/>
            <a:ext cx="9525" cy="6858000"/>
          </a:xfrm>
          <a:prstGeom xmlns:a="http://schemas.openxmlformats.org/drawingml/2006/main" prst="rect">
            <a:avLst/>
          </a:prstGeom>
          <a:solidFill xmlns:a="http://schemas.openxmlformats.org/drawingml/2006/main">
            <a:srgbClr val="C9DDF2"/>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0A13B22D-4128-4A20-9FA0-0157681530EE}"/>
              </a:ext>
            </a:extLst>
          </p:cNvPr>
          <p:cNvSpPr>
            <a:spLocks xmlns:a="http://schemas.openxmlformats.org/drawingml/2006/main" noGrp="1"/>
          </p:cNvSpPr>
          <p:nvPr/>
        </p:nvSpPr>
        <p:spPr>
          <a:xfrm xmlns:a="http://schemas.openxmlformats.org/drawingml/2006/main">
            <a:off x="3048000" y="0"/>
            <a:ext cx="9525" cy="6858000"/>
          </a:xfrm>
          <a:prstGeom xmlns:a="http://schemas.openxmlformats.org/drawingml/2006/main" prst="rect">
            <a:avLst/>
          </a:prstGeom>
          <a:solidFill xmlns:a="http://schemas.openxmlformats.org/drawingml/2006/main">
            <a:srgbClr val="C9DDF2"/>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D77703BE-F768-4005-A36E-10B086A1C524}"/>
              </a:ext>
            </a:extLst>
          </p:cNvPr>
          <p:cNvSpPr>
            <a:spLocks xmlns:a="http://schemas.openxmlformats.org/drawingml/2006/main" noGrp="1"/>
          </p:cNvSpPr>
          <p:nvPr/>
        </p:nvSpPr>
        <p:spPr>
          <a:xfrm xmlns:a="http://schemas.openxmlformats.org/drawingml/2006/main">
            <a:off x="3657600" y="0"/>
            <a:ext cx="9525" cy="6858000"/>
          </a:xfrm>
          <a:prstGeom xmlns:a="http://schemas.openxmlformats.org/drawingml/2006/main" prst="rect">
            <a:avLst/>
          </a:prstGeom>
          <a:solidFill xmlns:a="http://schemas.openxmlformats.org/drawingml/2006/main">
            <a:srgbClr val="C9DDF2"/>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7AEAE0F0-3CF2-4925-95FC-DAC25566C2FF}"/>
              </a:ext>
            </a:extLst>
          </p:cNvPr>
          <p:cNvSpPr>
            <a:spLocks xmlns:a="http://schemas.openxmlformats.org/drawingml/2006/main" noGrp="1"/>
          </p:cNvSpPr>
          <p:nvPr/>
        </p:nvSpPr>
        <p:spPr>
          <a:xfrm xmlns:a="http://schemas.openxmlformats.org/drawingml/2006/main">
            <a:off x="4267200" y="0"/>
            <a:ext cx="9525" cy="6858000"/>
          </a:xfrm>
          <a:prstGeom xmlns:a="http://schemas.openxmlformats.org/drawingml/2006/main" prst="rect">
            <a:avLst/>
          </a:prstGeom>
          <a:solidFill xmlns:a="http://schemas.openxmlformats.org/drawingml/2006/main">
            <a:srgbClr val="C9DDF2"/>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230BE000-0773-42C5-BBC8-3E6C6079D5DA}"/>
              </a:ext>
            </a:extLst>
          </p:cNvPr>
          <p:cNvSpPr>
            <a:spLocks xmlns:a="http://schemas.openxmlformats.org/drawingml/2006/main" noGrp="1"/>
          </p:cNvSpPr>
          <p:nvPr/>
        </p:nvSpPr>
        <p:spPr>
          <a:xfrm xmlns:a="http://schemas.openxmlformats.org/drawingml/2006/main">
            <a:off x="4876800" y="0"/>
            <a:ext cx="9525" cy="6858000"/>
          </a:xfrm>
          <a:prstGeom xmlns:a="http://schemas.openxmlformats.org/drawingml/2006/main" prst="rect">
            <a:avLst/>
          </a:prstGeom>
          <a:solidFill xmlns:a="http://schemas.openxmlformats.org/drawingml/2006/main">
            <a:srgbClr val="C9DDF2"/>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68E6E076-7B9C-4B58-A570-E2850BF2C3F3}"/>
              </a:ext>
            </a:extLst>
          </p:cNvPr>
          <p:cNvSpPr>
            <a:spLocks xmlns:a="http://schemas.openxmlformats.org/drawingml/2006/main" noGrp="1"/>
          </p:cNvSpPr>
          <p:nvPr/>
        </p:nvSpPr>
        <p:spPr>
          <a:xfrm xmlns:a="http://schemas.openxmlformats.org/drawingml/2006/main">
            <a:off x="5486400" y="0"/>
            <a:ext cx="9525" cy="6858000"/>
          </a:xfrm>
          <a:prstGeom xmlns:a="http://schemas.openxmlformats.org/drawingml/2006/main" prst="rect">
            <a:avLst/>
          </a:prstGeom>
          <a:solidFill xmlns:a="http://schemas.openxmlformats.org/drawingml/2006/main">
            <a:srgbClr val="C9DDF2"/>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AE5C5EFD-AB69-404A-BBB9-F0C361F17B7B}"/>
              </a:ext>
            </a:extLst>
          </p:cNvPr>
          <p:cNvSpPr>
            <a:spLocks xmlns:a="http://schemas.openxmlformats.org/drawingml/2006/main" noGrp="1"/>
          </p:cNvSpPr>
          <p:nvPr/>
        </p:nvSpPr>
        <p:spPr>
          <a:xfrm xmlns:a="http://schemas.openxmlformats.org/drawingml/2006/main">
            <a:off x="6096000" y="0"/>
            <a:ext cx="9525" cy="6858000"/>
          </a:xfrm>
          <a:prstGeom xmlns:a="http://schemas.openxmlformats.org/drawingml/2006/main" prst="rect">
            <a:avLst/>
          </a:prstGeom>
          <a:solidFill xmlns:a="http://schemas.openxmlformats.org/drawingml/2006/main">
            <a:srgbClr val="C9DDF2"/>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74FCCE5B-C9B3-4310-AB23-46D991DABC53}"/>
              </a:ext>
            </a:extLst>
          </p:cNvPr>
          <p:cNvSpPr>
            <a:spLocks xmlns:a="http://schemas.openxmlformats.org/drawingml/2006/main" noGrp="1"/>
          </p:cNvSpPr>
          <p:nvPr/>
        </p:nvSpPr>
        <p:spPr>
          <a:xfrm xmlns:a="http://schemas.openxmlformats.org/drawingml/2006/main">
            <a:off x="6705600" y="0"/>
            <a:ext cx="9525" cy="6858000"/>
          </a:xfrm>
          <a:prstGeom xmlns:a="http://schemas.openxmlformats.org/drawingml/2006/main" prst="rect">
            <a:avLst/>
          </a:prstGeom>
          <a:solidFill xmlns:a="http://schemas.openxmlformats.org/drawingml/2006/main">
            <a:srgbClr val="C9DDF2"/>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0D0BFED1-7F42-4E10-B3BE-06E3BD4B3EB7}"/>
              </a:ext>
            </a:extLst>
          </p:cNvPr>
          <p:cNvSpPr>
            <a:spLocks xmlns:a="http://schemas.openxmlformats.org/drawingml/2006/main" noGrp="1"/>
          </p:cNvSpPr>
          <p:nvPr/>
        </p:nvSpPr>
        <p:spPr>
          <a:xfrm xmlns:a="http://schemas.openxmlformats.org/drawingml/2006/main">
            <a:off x="7315200" y="0"/>
            <a:ext cx="9525" cy="6858000"/>
          </a:xfrm>
          <a:prstGeom xmlns:a="http://schemas.openxmlformats.org/drawingml/2006/main" prst="rect">
            <a:avLst/>
          </a:prstGeom>
          <a:solidFill xmlns:a="http://schemas.openxmlformats.org/drawingml/2006/main">
            <a:srgbClr val="C9DDF2"/>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38CEA3C0-F4C3-44AE-B850-D5544D2F0C3A}"/>
              </a:ext>
            </a:extLst>
          </p:cNvPr>
          <p:cNvSpPr>
            <a:spLocks xmlns:a="http://schemas.openxmlformats.org/drawingml/2006/main" noGrp="1"/>
          </p:cNvSpPr>
          <p:nvPr/>
        </p:nvSpPr>
        <p:spPr>
          <a:xfrm xmlns:a="http://schemas.openxmlformats.org/drawingml/2006/main">
            <a:off x="7924800" y="0"/>
            <a:ext cx="9525" cy="6858000"/>
          </a:xfrm>
          <a:prstGeom xmlns:a="http://schemas.openxmlformats.org/drawingml/2006/main" prst="rect">
            <a:avLst/>
          </a:prstGeom>
          <a:solidFill xmlns:a="http://schemas.openxmlformats.org/drawingml/2006/main">
            <a:srgbClr val="C9DDF2"/>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2FCEA436-7DD1-4A49-B589-CFECACA567E2}"/>
              </a:ext>
            </a:extLst>
          </p:cNvPr>
          <p:cNvSpPr>
            <a:spLocks xmlns:a="http://schemas.openxmlformats.org/drawingml/2006/main" noGrp="1"/>
          </p:cNvSpPr>
          <p:nvPr/>
        </p:nvSpPr>
        <p:spPr>
          <a:xfrm xmlns:a="http://schemas.openxmlformats.org/drawingml/2006/main">
            <a:off x="8534400" y="0"/>
            <a:ext cx="9525" cy="6858000"/>
          </a:xfrm>
          <a:prstGeom xmlns:a="http://schemas.openxmlformats.org/drawingml/2006/main" prst="rect">
            <a:avLst/>
          </a:prstGeom>
          <a:solidFill xmlns:a="http://schemas.openxmlformats.org/drawingml/2006/main">
            <a:srgbClr val="C9DDF2"/>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40C0E86C-F97F-49FE-801B-CB8EEA40C647}"/>
              </a:ext>
            </a:extLst>
          </p:cNvPr>
          <p:cNvSpPr>
            <a:spLocks xmlns:a="http://schemas.openxmlformats.org/drawingml/2006/main" noGrp="1"/>
          </p:cNvSpPr>
          <p:nvPr/>
        </p:nvSpPr>
        <p:spPr>
          <a:xfrm xmlns:a="http://schemas.openxmlformats.org/drawingml/2006/main">
            <a:off x="9144000" y="0"/>
            <a:ext cx="9525" cy="6858000"/>
          </a:xfrm>
          <a:prstGeom xmlns:a="http://schemas.openxmlformats.org/drawingml/2006/main" prst="rect">
            <a:avLst/>
          </a:prstGeom>
          <a:solidFill xmlns:a="http://schemas.openxmlformats.org/drawingml/2006/main">
            <a:srgbClr val="C9DDF2"/>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878ACFB5-53D2-4049-A51C-9B97C6D8FE97}"/>
              </a:ext>
            </a:extLst>
          </p:cNvPr>
          <p:cNvSpPr>
            <a:spLocks xmlns:a="http://schemas.openxmlformats.org/drawingml/2006/main" noGrp="1"/>
          </p:cNvSpPr>
          <p:nvPr/>
        </p:nvSpPr>
        <p:spPr>
          <a:xfrm xmlns:a="http://schemas.openxmlformats.org/drawingml/2006/main">
            <a:off x="9753600" y="0"/>
            <a:ext cx="9525" cy="6858000"/>
          </a:xfrm>
          <a:prstGeom xmlns:a="http://schemas.openxmlformats.org/drawingml/2006/main" prst="rect">
            <a:avLst/>
          </a:prstGeom>
          <a:solidFill xmlns:a="http://schemas.openxmlformats.org/drawingml/2006/main">
            <a:srgbClr val="C9DDF2"/>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2017CDB2-B8E5-49CD-ABEA-968EA1D224BD}"/>
              </a:ext>
            </a:extLst>
          </p:cNvPr>
          <p:cNvSpPr>
            <a:spLocks xmlns:a="http://schemas.openxmlformats.org/drawingml/2006/main" noGrp="1"/>
          </p:cNvSpPr>
          <p:nvPr/>
        </p:nvSpPr>
        <p:spPr>
          <a:xfrm xmlns:a="http://schemas.openxmlformats.org/drawingml/2006/main">
            <a:off x="10363200" y="0"/>
            <a:ext cx="9525" cy="6858000"/>
          </a:xfrm>
          <a:prstGeom xmlns:a="http://schemas.openxmlformats.org/drawingml/2006/main" prst="rect">
            <a:avLst/>
          </a:prstGeom>
          <a:solidFill xmlns:a="http://schemas.openxmlformats.org/drawingml/2006/main">
            <a:srgbClr val="C9DDF2"/>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4F32D088-0258-4691-910E-D077168A370A}"/>
              </a:ext>
            </a:extLst>
          </p:cNvPr>
          <p:cNvSpPr>
            <a:spLocks xmlns:a="http://schemas.openxmlformats.org/drawingml/2006/main" noGrp="1"/>
          </p:cNvSpPr>
          <p:nvPr/>
        </p:nvSpPr>
        <p:spPr>
          <a:xfrm xmlns:a="http://schemas.openxmlformats.org/drawingml/2006/main">
            <a:off x="10972800" y="0"/>
            <a:ext cx="9525" cy="6858000"/>
          </a:xfrm>
          <a:prstGeom xmlns:a="http://schemas.openxmlformats.org/drawingml/2006/main" prst="rect">
            <a:avLst/>
          </a:prstGeom>
          <a:solidFill xmlns:a="http://schemas.openxmlformats.org/drawingml/2006/main">
            <a:srgbClr val="C9DDF2"/>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BCCCADF3-10C5-4327-8B79-36C0DFF80DE4}"/>
              </a:ext>
            </a:extLst>
          </p:cNvPr>
          <p:cNvSpPr>
            <a:spLocks xmlns:a="http://schemas.openxmlformats.org/drawingml/2006/main" noGrp="1"/>
          </p:cNvSpPr>
          <p:nvPr/>
        </p:nvSpPr>
        <p:spPr>
          <a:xfrm xmlns:a="http://schemas.openxmlformats.org/drawingml/2006/main">
            <a:off x="11582400" y="0"/>
            <a:ext cx="9525" cy="6858000"/>
          </a:xfrm>
          <a:prstGeom xmlns:a="http://schemas.openxmlformats.org/drawingml/2006/main" prst="rect">
            <a:avLst/>
          </a:prstGeom>
          <a:solidFill xmlns:a="http://schemas.openxmlformats.org/drawingml/2006/main">
            <a:srgbClr val="C9DDF2"/>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D54FAA4A-ECFF-4FE4-94D1-19256661CA99}"/>
              </a:ext>
            </a:extLst>
          </p:cNvPr>
          <p:cNvSpPr>
            <a:spLocks xmlns:a="http://schemas.openxmlformats.org/drawingml/2006/main" noGrp="1"/>
          </p:cNvSpPr>
          <p:nvPr/>
        </p:nvSpPr>
        <p:spPr>
          <a:xfrm xmlns:a="http://schemas.openxmlformats.org/drawingml/2006/main">
            <a:off x="12192000" y="0"/>
            <a:ext cx="9525" cy="6858000"/>
          </a:xfrm>
          <a:prstGeom xmlns:a="http://schemas.openxmlformats.org/drawingml/2006/main" prst="rect">
            <a:avLst/>
          </a:prstGeom>
          <a:solidFill xmlns:a="http://schemas.openxmlformats.org/drawingml/2006/main">
            <a:srgbClr val="C9DDF2"/>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DCFFE90A-01CE-49C6-89A8-771600741DDB}"/>
              </a:ext>
            </a:extLst>
          </p:cNvPr>
          <p:cNvSpPr>
            <a:spLocks xmlns:a="http://schemas.openxmlformats.org/drawingml/2006/main" noGrp="1"/>
          </p:cNvSpPr>
          <p:nvPr/>
        </p:nvSpPr>
        <p:spPr>
          <a:xfrm xmlns:a="http://schemas.openxmlformats.org/drawingml/2006/main">
            <a:off x="0" y="0"/>
            <a:ext cx="12192000" cy="9525"/>
          </a:xfrm>
          <a:prstGeom xmlns:a="http://schemas.openxmlformats.org/drawingml/2006/main" prst="rect">
            <a:avLst/>
          </a:prstGeom>
          <a:solidFill xmlns:a="http://schemas.openxmlformats.org/drawingml/2006/main">
            <a:srgbClr val="C9DDF2"/>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3DB71B9F-8F2F-4868-AD30-BDB3EE7F8153}"/>
              </a:ext>
            </a:extLst>
          </p:cNvPr>
          <p:cNvSpPr>
            <a:spLocks xmlns:a="http://schemas.openxmlformats.org/drawingml/2006/main" noGrp="1"/>
          </p:cNvSpPr>
          <p:nvPr/>
        </p:nvSpPr>
        <p:spPr>
          <a:xfrm xmlns:a="http://schemas.openxmlformats.org/drawingml/2006/main">
            <a:off x="0" y="609600"/>
            <a:ext cx="12192000" cy="9525"/>
          </a:xfrm>
          <a:prstGeom xmlns:a="http://schemas.openxmlformats.org/drawingml/2006/main" prst="rect">
            <a:avLst/>
          </a:prstGeom>
          <a:solidFill xmlns:a="http://schemas.openxmlformats.org/drawingml/2006/main">
            <a:srgbClr val="C9DDF2"/>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005C8A1F-A1CD-4E53-AE59-D1C013D539A4}"/>
              </a:ext>
            </a:extLst>
          </p:cNvPr>
          <p:cNvSpPr>
            <a:spLocks xmlns:a="http://schemas.openxmlformats.org/drawingml/2006/main" noGrp="1"/>
          </p:cNvSpPr>
          <p:nvPr/>
        </p:nvSpPr>
        <p:spPr>
          <a:xfrm xmlns:a="http://schemas.openxmlformats.org/drawingml/2006/main">
            <a:off x="0" y="1219200"/>
            <a:ext cx="12192000" cy="9525"/>
          </a:xfrm>
          <a:prstGeom xmlns:a="http://schemas.openxmlformats.org/drawingml/2006/main" prst="rect">
            <a:avLst/>
          </a:prstGeom>
          <a:solidFill xmlns:a="http://schemas.openxmlformats.org/drawingml/2006/main">
            <a:srgbClr val="C9DDF2"/>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C34430B2-88D5-4394-AA9D-B75DEAD97364}"/>
              </a:ext>
            </a:extLst>
          </p:cNvPr>
          <p:cNvSpPr>
            <a:spLocks xmlns:a="http://schemas.openxmlformats.org/drawingml/2006/main" noGrp="1"/>
          </p:cNvSpPr>
          <p:nvPr/>
        </p:nvSpPr>
        <p:spPr>
          <a:xfrm xmlns:a="http://schemas.openxmlformats.org/drawingml/2006/main">
            <a:off x="0" y="1828800"/>
            <a:ext cx="12192000" cy="9525"/>
          </a:xfrm>
          <a:prstGeom xmlns:a="http://schemas.openxmlformats.org/drawingml/2006/main" prst="rect">
            <a:avLst/>
          </a:prstGeom>
          <a:solidFill xmlns:a="http://schemas.openxmlformats.org/drawingml/2006/main">
            <a:srgbClr val="C9DDF2"/>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AA36E41D-2870-4EF0-B650-C11CA7DC7F66}"/>
              </a:ext>
            </a:extLst>
          </p:cNvPr>
          <p:cNvSpPr>
            <a:spLocks xmlns:a="http://schemas.openxmlformats.org/drawingml/2006/main" noGrp="1"/>
          </p:cNvSpPr>
          <p:nvPr/>
        </p:nvSpPr>
        <p:spPr>
          <a:xfrm xmlns:a="http://schemas.openxmlformats.org/drawingml/2006/main">
            <a:off x="0" y="2438400"/>
            <a:ext cx="12192000" cy="9525"/>
          </a:xfrm>
          <a:prstGeom xmlns:a="http://schemas.openxmlformats.org/drawingml/2006/main" prst="rect">
            <a:avLst/>
          </a:prstGeom>
          <a:solidFill xmlns:a="http://schemas.openxmlformats.org/drawingml/2006/main">
            <a:srgbClr val="C9DDF2"/>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18654478-75AD-4227-A19C-81EDD68045F9}"/>
              </a:ext>
            </a:extLst>
          </p:cNvPr>
          <p:cNvSpPr>
            <a:spLocks xmlns:a="http://schemas.openxmlformats.org/drawingml/2006/main" noGrp="1"/>
          </p:cNvSpPr>
          <p:nvPr/>
        </p:nvSpPr>
        <p:spPr>
          <a:xfrm xmlns:a="http://schemas.openxmlformats.org/drawingml/2006/main">
            <a:off x="0" y="3048000"/>
            <a:ext cx="12192000" cy="9525"/>
          </a:xfrm>
          <a:prstGeom xmlns:a="http://schemas.openxmlformats.org/drawingml/2006/main" prst="rect">
            <a:avLst/>
          </a:prstGeom>
          <a:solidFill xmlns:a="http://schemas.openxmlformats.org/drawingml/2006/main">
            <a:srgbClr val="C9DDF2"/>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791DE46A-7921-48EF-8B9D-DF152D1DED8F}"/>
              </a:ext>
            </a:extLst>
          </p:cNvPr>
          <p:cNvSpPr>
            <a:spLocks xmlns:a="http://schemas.openxmlformats.org/drawingml/2006/main" noGrp="1"/>
          </p:cNvSpPr>
          <p:nvPr/>
        </p:nvSpPr>
        <p:spPr>
          <a:xfrm xmlns:a="http://schemas.openxmlformats.org/drawingml/2006/main">
            <a:off x="0" y="3657600"/>
            <a:ext cx="12192000" cy="9525"/>
          </a:xfrm>
          <a:prstGeom xmlns:a="http://schemas.openxmlformats.org/drawingml/2006/main" prst="rect">
            <a:avLst/>
          </a:prstGeom>
          <a:solidFill xmlns:a="http://schemas.openxmlformats.org/drawingml/2006/main">
            <a:srgbClr val="C9DDF2"/>
          </a:solidFill>
          <a:ln xmlns:a="http://schemas.openxmlformats.org/drawingml/2006/main" w="0">
            <a:noFill/>
            <a:prstDash val="solid"/>
          </a:ln>
        </p:spPr>
      </p:sp>
      <p:sp>
        <p:nvSpPr>
          <p:cNvPr id="29" name="">
            <a:extLst xmlns:a="http://schemas.openxmlformats.org/drawingml/2006/main">
              <a:ext uri="{FF2B5EF4-FFF2-40B4-BE49-F238E27FC236}">
                <a16:creationId xmlns:a16="http://schemas.microsoft.com/office/drawing/2014/main" id="{D5429F87-F887-41FB-88EE-3679177E4811}"/>
              </a:ext>
            </a:extLst>
          </p:cNvPr>
          <p:cNvSpPr>
            <a:spLocks xmlns:a="http://schemas.openxmlformats.org/drawingml/2006/main" noGrp="1"/>
          </p:cNvSpPr>
          <p:nvPr/>
        </p:nvSpPr>
        <p:spPr>
          <a:xfrm xmlns:a="http://schemas.openxmlformats.org/drawingml/2006/main">
            <a:off x="0" y="4267200"/>
            <a:ext cx="12192000" cy="9525"/>
          </a:xfrm>
          <a:prstGeom xmlns:a="http://schemas.openxmlformats.org/drawingml/2006/main" prst="rect">
            <a:avLst/>
          </a:prstGeom>
          <a:solidFill xmlns:a="http://schemas.openxmlformats.org/drawingml/2006/main">
            <a:srgbClr val="C9DDF2"/>
          </a:solidFill>
          <a:ln xmlns:a="http://schemas.openxmlformats.org/drawingml/2006/main" w="0">
            <a:noFill/>
            <a:prstDash val="solid"/>
          </a:ln>
        </p:spPr>
      </p:sp>
      <p:sp>
        <p:nvSpPr>
          <p:cNvPr id="30" name="">
            <a:extLst xmlns:a="http://schemas.openxmlformats.org/drawingml/2006/main">
              <a:ext uri="{FF2B5EF4-FFF2-40B4-BE49-F238E27FC236}">
                <a16:creationId xmlns:a16="http://schemas.microsoft.com/office/drawing/2014/main" id="{0DBC132C-0308-4D7D-82F9-1BC5FCC2E600}"/>
              </a:ext>
            </a:extLst>
          </p:cNvPr>
          <p:cNvSpPr>
            <a:spLocks xmlns:a="http://schemas.openxmlformats.org/drawingml/2006/main" noGrp="1"/>
          </p:cNvSpPr>
          <p:nvPr/>
        </p:nvSpPr>
        <p:spPr>
          <a:xfrm xmlns:a="http://schemas.openxmlformats.org/drawingml/2006/main">
            <a:off x="0" y="4876800"/>
            <a:ext cx="12192000" cy="9525"/>
          </a:xfrm>
          <a:prstGeom xmlns:a="http://schemas.openxmlformats.org/drawingml/2006/main" prst="rect">
            <a:avLst/>
          </a:prstGeom>
          <a:solidFill xmlns:a="http://schemas.openxmlformats.org/drawingml/2006/main">
            <a:srgbClr val="C9DDF2"/>
          </a:solidFill>
          <a:ln xmlns:a="http://schemas.openxmlformats.org/drawingml/2006/main" w="0">
            <a:noFill/>
            <a:prstDash val="solid"/>
          </a:ln>
        </p:spPr>
      </p:sp>
      <p:sp>
        <p:nvSpPr>
          <p:cNvPr id="31" name="">
            <a:extLst xmlns:a="http://schemas.openxmlformats.org/drawingml/2006/main">
              <a:ext uri="{FF2B5EF4-FFF2-40B4-BE49-F238E27FC236}">
                <a16:creationId xmlns:a16="http://schemas.microsoft.com/office/drawing/2014/main" id="{A79BA4D7-A961-4EFA-B798-4E287E2DD6E1}"/>
              </a:ext>
            </a:extLst>
          </p:cNvPr>
          <p:cNvSpPr>
            <a:spLocks xmlns:a="http://schemas.openxmlformats.org/drawingml/2006/main" noGrp="1"/>
          </p:cNvSpPr>
          <p:nvPr/>
        </p:nvSpPr>
        <p:spPr>
          <a:xfrm xmlns:a="http://schemas.openxmlformats.org/drawingml/2006/main">
            <a:off x="0" y="5486400"/>
            <a:ext cx="12192000" cy="9525"/>
          </a:xfrm>
          <a:prstGeom xmlns:a="http://schemas.openxmlformats.org/drawingml/2006/main" prst="rect">
            <a:avLst/>
          </a:prstGeom>
          <a:solidFill xmlns:a="http://schemas.openxmlformats.org/drawingml/2006/main">
            <a:srgbClr val="C9DDF2"/>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4629FD16-B6D5-49FA-B689-5BFFFC9E6E5D}"/>
              </a:ext>
            </a:extLst>
          </p:cNvPr>
          <p:cNvSpPr>
            <a:spLocks xmlns:a="http://schemas.openxmlformats.org/drawingml/2006/main" noGrp="1"/>
          </p:cNvSpPr>
          <p:nvPr/>
        </p:nvSpPr>
        <p:spPr>
          <a:xfrm xmlns:a="http://schemas.openxmlformats.org/drawingml/2006/main">
            <a:off x="0" y="6096000"/>
            <a:ext cx="12192000" cy="9525"/>
          </a:xfrm>
          <a:prstGeom xmlns:a="http://schemas.openxmlformats.org/drawingml/2006/main" prst="rect">
            <a:avLst/>
          </a:prstGeom>
          <a:solidFill xmlns:a="http://schemas.openxmlformats.org/drawingml/2006/main">
            <a:srgbClr val="C9DDF2"/>
          </a:solidFill>
          <a:ln xmlns:a="http://schemas.openxmlformats.org/drawingml/2006/main" w="0">
            <a:noFill/>
            <a:prstDash val="solid"/>
          </a:ln>
        </p:spPr>
      </p:sp>
      <p:sp>
        <p:nvSpPr>
          <p:cNvPr id="33" name="">
            <a:extLst xmlns:a="http://schemas.openxmlformats.org/drawingml/2006/main">
              <a:ext uri="{FF2B5EF4-FFF2-40B4-BE49-F238E27FC236}">
                <a16:creationId xmlns:a16="http://schemas.microsoft.com/office/drawing/2014/main" id="{512080A3-25E7-4F2E-B172-402FC8191217}"/>
              </a:ext>
            </a:extLst>
          </p:cNvPr>
          <p:cNvSpPr>
            <a:spLocks xmlns:a="http://schemas.openxmlformats.org/drawingml/2006/main" noGrp="1"/>
          </p:cNvSpPr>
          <p:nvPr/>
        </p:nvSpPr>
        <p:spPr>
          <a:xfrm xmlns:a="http://schemas.openxmlformats.org/drawingml/2006/main">
            <a:off x="0" y="6705600"/>
            <a:ext cx="12192000" cy="9525"/>
          </a:xfrm>
          <a:prstGeom xmlns:a="http://schemas.openxmlformats.org/drawingml/2006/main" prst="rect">
            <a:avLst/>
          </a:prstGeom>
          <a:solidFill xmlns:a="http://schemas.openxmlformats.org/drawingml/2006/main">
            <a:srgbClr val="C9DDF2"/>
          </a:solidFill>
          <a:ln xmlns:a="http://schemas.openxmlformats.org/drawingml/2006/main" w="0">
            <a:noFill/>
            <a:prstDash val="solid"/>
          </a:ln>
        </p:spPr>
      </p:sp>
      <p:sp>
        <p:nvSpPr>
          <p:cNvPr id="34" name="">
            <a:extLst xmlns:a="http://schemas.openxmlformats.org/drawingml/2006/main">
              <a:ext uri="{FF2B5EF4-FFF2-40B4-BE49-F238E27FC236}">
                <a16:creationId xmlns:a16="http://schemas.microsoft.com/office/drawing/2014/main" id="{63D5F3D3-3646-448F-A586-3F6FD602D442}"/>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79A817"/>
          </a:solidFill>
          <a:ln xmlns:a="http://schemas.openxmlformats.org/drawingml/2006/main" w="0">
            <a:noFill/>
            <a:prstDash val="solid"/>
          </a:ln>
        </p:spPr>
      </p:sp>
      <p:sp>
        <p:nvSpPr>
          <p:cNvPr id="35" name="">
            <a:extLst xmlns:a="http://schemas.openxmlformats.org/drawingml/2006/main">
              <a:ext uri="{FF2B5EF4-FFF2-40B4-BE49-F238E27FC236}">
                <a16:creationId xmlns:a16="http://schemas.microsoft.com/office/drawing/2014/main" id="{822352F5-6B7E-4FF7-A1E1-C26FD52A15F1}"/>
              </a:ext>
            </a:extLst>
          </p:cNvPr>
          <p:cNvSpPr>
            <a:spLocks xmlns:a="http://schemas.openxmlformats.org/drawingml/2006/main" noGrp="1"/>
          </p:cNvSpPr>
          <p:nvPr/>
        </p:nvSpPr>
        <p:spPr>
          <a:xfrm xmlns:a="http://schemas.openxmlformats.org/drawingml/2006/main">
            <a:off x="590550" y="552450"/>
            <a:ext cx="10477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250" b="1">
                <a:solidFill>
                  <a:srgbClr val="102A43"/>
                </a:solidFill>
              </a:defRPr>
            </a:pPr>
            <a:r>
              <a:rPr sz="2250" b="1">
                <a:solidFill>
                  <a:srgbClr val="102A43"/>
                </a:solidFill>
              </a:rPr>
              <a:t>Safety stays outside ARC</a:t>
            </a:r>
          </a:p>
        </p:txBody>
      </p:sp>
      <p:sp>
        <p:nvSpPr>
          <p:cNvPr id="36" name="">
            <a:extLst xmlns:a="http://schemas.openxmlformats.org/drawingml/2006/main">
              <a:ext uri="{FF2B5EF4-FFF2-40B4-BE49-F238E27FC236}">
                <a16:creationId xmlns:a16="http://schemas.microsoft.com/office/drawing/2014/main" id="{1BCBF052-F980-47A6-BE5A-3FF31FA806A5}"/>
              </a:ext>
            </a:extLst>
          </p:cNvPr>
          <p:cNvSpPr>
            <a:spLocks xmlns:a="http://schemas.openxmlformats.org/drawingml/2006/main" noGrp="1"/>
          </p:cNvSpPr>
          <p:nvPr/>
        </p:nvSpPr>
        <p:spPr>
          <a:xfrm xmlns:a="http://schemas.openxmlformats.org/drawingml/2006/main">
            <a:off x="590550" y="1190625"/>
            <a:ext cx="990600" cy="47625"/>
          </a:xfrm>
          <a:prstGeom xmlns:a="http://schemas.openxmlformats.org/drawingml/2006/main" prst="rect">
            <a:avLst/>
          </a:prstGeom>
          <a:solidFill xmlns:a="http://schemas.openxmlformats.org/drawingml/2006/main">
            <a:srgbClr val="79A817"/>
          </a:solidFill>
          <a:ln xmlns:a="http://schemas.openxmlformats.org/drawingml/2006/main" w="0">
            <a:noFill/>
            <a:prstDash val="solid"/>
          </a:ln>
        </p:spPr>
      </p:sp>
      <p:sp>
        <p:nvSpPr>
          <p:cNvPr id="37" name="">
            <a:extLst xmlns:a="http://schemas.openxmlformats.org/drawingml/2006/main">
              <a:ext uri="{FF2B5EF4-FFF2-40B4-BE49-F238E27FC236}">
                <a16:creationId xmlns:a16="http://schemas.microsoft.com/office/drawing/2014/main" id="{AC7ED78F-035A-41E4-9ED2-59B09E222814}"/>
              </a:ext>
            </a:extLst>
          </p:cNvPr>
          <p:cNvSpPr>
            <a:spLocks xmlns:a="http://schemas.openxmlformats.org/drawingml/2006/main" noGrp="1"/>
          </p:cNvSpPr>
          <p:nvPr/>
        </p:nvSpPr>
        <p:spPr>
          <a:xfrm xmlns:a="http://schemas.openxmlformats.org/drawingml/2006/main">
            <a:off x="11144250" y="590550"/>
            <a:ext cx="47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1050" b="1">
                <a:solidFill>
                  <a:srgbClr val="526575"/>
                </a:solidFill>
              </a:defRPr>
            </a:pPr>
            <a:r>
              <a:rPr sz="1050" b="1">
                <a:solidFill>
                  <a:srgbClr val="526575"/>
                </a:solidFill>
              </a:rPr>
              <a:t>08</a:t>
            </a:r>
          </a:p>
        </p:txBody>
      </p:sp>
      <p:sp>
        <p:nvSpPr>
          <p:cNvPr id="38" name="">
            <a:extLst xmlns:a="http://schemas.openxmlformats.org/drawingml/2006/main">
              <a:ext uri="{FF2B5EF4-FFF2-40B4-BE49-F238E27FC236}">
                <a16:creationId xmlns:a16="http://schemas.microsoft.com/office/drawing/2014/main" id="{BB498267-1C6A-4DB3-8DA0-6D98186FACA9}"/>
              </a:ext>
            </a:extLst>
          </p:cNvPr>
          <p:cNvSpPr>
            <a:spLocks xmlns:a="http://schemas.openxmlformats.org/drawingml/2006/main" noGrp="1"/>
          </p:cNvSpPr>
          <p:nvPr/>
        </p:nvSpPr>
        <p:spPr>
          <a:xfrm xmlns:a="http://schemas.openxmlformats.org/drawingml/2006/main">
            <a:off x="561975" y="1304925"/>
            <a:ext cx="6953250" cy="3981450"/>
          </a:xfrm>
          <a:prstGeom xmlns:a="http://schemas.openxmlformats.org/drawingml/2006/main" prst="roundRect">
            <a:avLst>
              <a:gd name="adj" fmla="val 2871"/>
            </a:avLst>
          </a:prstGeom>
          <a:solidFill xmlns:a="http://schemas.openxmlformats.org/drawingml/2006/main">
            <a:srgbClr val="FFFFFF"/>
          </a:solidFill>
          <a:ln xmlns:a="http://schemas.openxmlformats.org/drawingml/2006/main" w="9525">
            <a:solidFill>
              <a:srgbClr val="1454A3"/>
            </a:solidFill>
            <a:prstDash val="solid"/>
          </a:ln>
        </p:spPr>
      </p:sp>
      <p:pic>
        <p:nvPicPr>
          <p:cNvPr id="92" name=""/>
          <p:cNvPicPr>
            <a:picLocks xmlns:a="http://schemas.openxmlformats.org/drawingml/2006/main" noChangeAspect="1"/>
          </p:cNvPicPr>
          <p:nvPr/>
        </p:nvPicPr>
        <p:blipFill>
          <a:blip xmlns:r="http://schemas.openxmlformats.org/officeDocument/2006/relationships" xmlns:a="http://schemas.openxmlformats.org/drawingml/2006/main" r:embed="R79d15d29b3184e03"/>
          <a:stretch xmlns:a="http://schemas.openxmlformats.org/drawingml/2006/main"/>
        </p:blipFill>
        <p:spPr>
          <a:xfrm xmlns:a="http://schemas.openxmlformats.org/drawingml/2006/main">
            <a:off x="1292169" y="1352550"/>
            <a:ext cx="5492862" cy="3886200"/>
          </a:xfrm>
          <a:prstGeom xmlns:a="http://schemas.openxmlformats.org/drawingml/2006/main" prst="roundRect">
            <a:avLst>
              <a:gd name="adj" fmla="val 2451"/>
            </a:avLst>
          </a:prstGeom>
        </p:spPr>
      </p:pic>
      <p:sp>
        <p:nvSpPr>
          <p:cNvPr id="40" name="">
            <a:extLst xmlns:a="http://schemas.openxmlformats.org/drawingml/2006/main">
              <a:ext uri="{FF2B5EF4-FFF2-40B4-BE49-F238E27FC236}">
                <a16:creationId xmlns:a16="http://schemas.microsoft.com/office/drawing/2014/main" id="{6F3DCA9B-3ED9-487F-A519-0A5AD7E41CF5}"/>
              </a:ext>
            </a:extLst>
          </p:cNvPr>
          <p:cNvSpPr>
            <a:spLocks xmlns:a="http://schemas.openxmlformats.org/drawingml/2006/main" noGrp="1"/>
          </p:cNvSpPr>
          <p:nvPr/>
        </p:nvSpPr>
        <p:spPr>
          <a:xfrm xmlns:a="http://schemas.openxmlformats.org/drawingml/2006/main">
            <a:off x="7943850" y="1638300"/>
            <a:ext cx="95250" cy="95250"/>
          </a:xfrm>
          <a:prstGeom xmlns:a="http://schemas.openxmlformats.org/drawingml/2006/main" prst="rect">
            <a:avLst/>
          </a:prstGeom>
          <a:solidFill xmlns:a="http://schemas.openxmlformats.org/drawingml/2006/main">
            <a:srgbClr val="79A817"/>
          </a:solidFill>
          <a:ln xmlns:a="http://schemas.openxmlformats.org/drawingml/2006/main" w="0">
            <a:noFill/>
            <a:prstDash val="solid"/>
          </a:ln>
        </p:spPr>
      </p:sp>
      <p:sp>
        <p:nvSpPr>
          <p:cNvPr id="41" name="">
            <a:extLst xmlns:a="http://schemas.openxmlformats.org/drawingml/2006/main">
              <a:ext uri="{FF2B5EF4-FFF2-40B4-BE49-F238E27FC236}">
                <a16:creationId xmlns:a16="http://schemas.microsoft.com/office/drawing/2014/main" id="{57D8429E-9E53-4EC2-BEB1-4C97FF712F9C}"/>
              </a:ext>
            </a:extLst>
          </p:cNvPr>
          <p:cNvSpPr>
            <a:spLocks xmlns:a="http://schemas.openxmlformats.org/drawingml/2006/main" noGrp="1"/>
          </p:cNvSpPr>
          <p:nvPr/>
        </p:nvSpPr>
        <p:spPr>
          <a:xfrm xmlns:a="http://schemas.openxmlformats.org/drawingml/2006/main">
            <a:off x="8172450" y="1524000"/>
            <a:ext cx="31051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650" b="0">
                <a:solidFill>
                  <a:srgbClr val="102A43"/>
                </a:solidFill>
              </a:defRPr>
            </a:pPr>
            <a:r>
              <a:rPr sz="1650" b="0">
                <a:solidFill>
                  <a:srgbClr val="102A43"/>
                </a:solidFill>
              </a:rPr>
              <a:t>Qualified laboratory</a:t>
            </a:r>
          </a:p>
        </p:txBody>
      </p:sp>
      <p:sp>
        <p:nvSpPr>
          <p:cNvPr id="42" name="">
            <a:extLst xmlns:a="http://schemas.openxmlformats.org/drawingml/2006/main">
              <a:ext uri="{FF2B5EF4-FFF2-40B4-BE49-F238E27FC236}">
                <a16:creationId xmlns:a16="http://schemas.microsoft.com/office/drawing/2014/main" id="{FD400A77-A358-4AB6-A336-0F334A9F5ABD}"/>
              </a:ext>
            </a:extLst>
          </p:cNvPr>
          <p:cNvSpPr>
            <a:spLocks xmlns:a="http://schemas.openxmlformats.org/drawingml/2006/main" noGrp="1"/>
          </p:cNvSpPr>
          <p:nvPr/>
        </p:nvSpPr>
        <p:spPr>
          <a:xfrm xmlns:a="http://schemas.openxmlformats.org/drawingml/2006/main">
            <a:off x="7943850" y="2228850"/>
            <a:ext cx="95250" cy="95250"/>
          </a:xfrm>
          <a:prstGeom xmlns:a="http://schemas.openxmlformats.org/drawingml/2006/main" prst="rect">
            <a:avLst/>
          </a:prstGeom>
          <a:solidFill xmlns:a="http://schemas.openxmlformats.org/drawingml/2006/main">
            <a:srgbClr val="79A817"/>
          </a:solidFill>
          <a:ln xmlns:a="http://schemas.openxmlformats.org/drawingml/2006/main" w="0">
            <a:noFill/>
            <a:prstDash val="solid"/>
          </a:ln>
        </p:spPr>
      </p:sp>
      <p:sp>
        <p:nvSpPr>
          <p:cNvPr id="43" name="">
            <a:extLst xmlns:a="http://schemas.openxmlformats.org/drawingml/2006/main">
              <a:ext uri="{FF2B5EF4-FFF2-40B4-BE49-F238E27FC236}">
                <a16:creationId xmlns:a16="http://schemas.microsoft.com/office/drawing/2014/main" id="{19F57C3A-3DF3-4D79-B7C2-320397C1F8A4}"/>
              </a:ext>
            </a:extLst>
          </p:cNvPr>
          <p:cNvSpPr>
            <a:spLocks xmlns:a="http://schemas.openxmlformats.org/drawingml/2006/main" noGrp="1"/>
          </p:cNvSpPr>
          <p:nvPr/>
        </p:nvSpPr>
        <p:spPr>
          <a:xfrm xmlns:a="http://schemas.openxmlformats.org/drawingml/2006/main">
            <a:off x="8172450" y="2114550"/>
            <a:ext cx="31051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650" b="0">
                <a:solidFill>
                  <a:srgbClr val="102A43"/>
                </a:solidFill>
              </a:defRPr>
            </a:pPr>
            <a:r>
              <a:rPr sz="1650" b="0">
                <a:solidFill>
                  <a:srgbClr val="102A43"/>
                </a:solidFill>
              </a:rPr>
              <a:t>Closed high-voltage tool</a:t>
            </a:r>
          </a:p>
        </p:txBody>
      </p:sp>
      <p:sp>
        <p:nvSpPr>
          <p:cNvPr id="44" name="">
            <a:extLst xmlns:a="http://schemas.openxmlformats.org/drawingml/2006/main">
              <a:ext uri="{FF2B5EF4-FFF2-40B4-BE49-F238E27FC236}">
                <a16:creationId xmlns:a16="http://schemas.microsoft.com/office/drawing/2014/main" id="{32BA2435-32CF-4A79-A488-2D4908C43D13}"/>
              </a:ext>
            </a:extLst>
          </p:cNvPr>
          <p:cNvSpPr>
            <a:spLocks xmlns:a="http://schemas.openxmlformats.org/drawingml/2006/main" noGrp="1"/>
          </p:cNvSpPr>
          <p:nvPr/>
        </p:nvSpPr>
        <p:spPr>
          <a:xfrm xmlns:a="http://schemas.openxmlformats.org/drawingml/2006/main">
            <a:off x="7943850" y="2819400"/>
            <a:ext cx="95250" cy="95250"/>
          </a:xfrm>
          <a:prstGeom xmlns:a="http://schemas.openxmlformats.org/drawingml/2006/main" prst="rect">
            <a:avLst/>
          </a:prstGeom>
          <a:solidFill xmlns:a="http://schemas.openxmlformats.org/drawingml/2006/main">
            <a:srgbClr val="79A817"/>
          </a:solidFill>
          <a:ln xmlns:a="http://schemas.openxmlformats.org/drawingml/2006/main" w="0">
            <a:noFill/>
            <a:prstDash val="solid"/>
          </a:ln>
        </p:spPr>
      </p:sp>
      <p:sp>
        <p:nvSpPr>
          <p:cNvPr id="45" name="">
            <a:extLst xmlns:a="http://schemas.openxmlformats.org/drawingml/2006/main">
              <a:ext uri="{FF2B5EF4-FFF2-40B4-BE49-F238E27FC236}">
                <a16:creationId xmlns:a16="http://schemas.microsoft.com/office/drawing/2014/main" id="{5C8D7A4B-A04D-498F-AFB7-869437F2C5F1}"/>
              </a:ext>
            </a:extLst>
          </p:cNvPr>
          <p:cNvSpPr>
            <a:spLocks xmlns:a="http://schemas.openxmlformats.org/drawingml/2006/main" noGrp="1"/>
          </p:cNvSpPr>
          <p:nvPr/>
        </p:nvSpPr>
        <p:spPr>
          <a:xfrm xmlns:a="http://schemas.openxmlformats.org/drawingml/2006/main">
            <a:off x="8172450" y="2705100"/>
            <a:ext cx="31051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650" b="0">
                <a:solidFill>
                  <a:srgbClr val="102A43"/>
                </a:solidFill>
              </a:defRPr>
            </a:pPr>
            <a:r>
              <a:rPr sz="1650" b="0">
                <a:solidFill>
                  <a:srgbClr val="102A43"/>
                </a:solidFill>
              </a:rPr>
              <a:t>Emergency stop and door guards</a:t>
            </a:r>
          </a:p>
        </p:txBody>
      </p:sp>
      <p:sp>
        <p:nvSpPr>
          <p:cNvPr id="46" name="">
            <a:extLst xmlns:a="http://schemas.openxmlformats.org/drawingml/2006/main">
              <a:ext uri="{FF2B5EF4-FFF2-40B4-BE49-F238E27FC236}">
                <a16:creationId xmlns:a16="http://schemas.microsoft.com/office/drawing/2014/main" id="{D781AFCC-B139-4772-A33D-0AF88A44AC93}"/>
              </a:ext>
            </a:extLst>
          </p:cNvPr>
          <p:cNvSpPr>
            <a:spLocks xmlns:a="http://schemas.openxmlformats.org/drawingml/2006/main" noGrp="1"/>
          </p:cNvSpPr>
          <p:nvPr/>
        </p:nvSpPr>
        <p:spPr>
          <a:xfrm xmlns:a="http://schemas.openxmlformats.org/drawingml/2006/main">
            <a:off x="7943850" y="3409950"/>
            <a:ext cx="95250" cy="95250"/>
          </a:xfrm>
          <a:prstGeom xmlns:a="http://schemas.openxmlformats.org/drawingml/2006/main" prst="rect">
            <a:avLst/>
          </a:prstGeom>
          <a:solidFill xmlns:a="http://schemas.openxmlformats.org/drawingml/2006/main">
            <a:srgbClr val="79A817"/>
          </a:solidFill>
          <a:ln xmlns:a="http://schemas.openxmlformats.org/drawingml/2006/main" w="0">
            <a:noFill/>
            <a:prstDash val="solid"/>
          </a:ln>
        </p:spPr>
      </p:sp>
      <p:sp>
        <p:nvSpPr>
          <p:cNvPr id="47" name="">
            <a:extLst xmlns:a="http://schemas.openxmlformats.org/drawingml/2006/main">
              <a:ext uri="{FF2B5EF4-FFF2-40B4-BE49-F238E27FC236}">
                <a16:creationId xmlns:a16="http://schemas.microsoft.com/office/drawing/2014/main" id="{D56149FD-169A-477B-995C-5CE2EBEED0F9}"/>
              </a:ext>
            </a:extLst>
          </p:cNvPr>
          <p:cNvSpPr>
            <a:spLocks xmlns:a="http://schemas.openxmlformats.org/drawingml/2006/main" noGrp="1"/>
          </p:cNvSpPr>
          <p:nvPr/>
        </p:nvSpPr>
        <p:spPr>
          <a:xfrm xmlns:a="http://schemas.openxmlformats.org/drawingml/2006/main">
            <a:off x="8172450" y="3295650"/>
            <a:ext cx="31051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650" b="0">
                <a:solidFill>
                  <a:srgbClr val="102A43"/>
                </a:solidFill>
              </a:defRPr>
            </a:pPr>
            <a:r>
              <a:rPr sz="1650" b="0">
                <a:solidFill>
                  <a:srgbClr val="102A43"/>
                </a:solidFill>
              </a:rPr>
              <a:t>Manual reset - no surprise restart</a:t>
            </a:r>
          </a:p>
        </p:txBody>
      </p:sp>
      <p:sp>
        <p:nvSpPr>
          <p:cNvPr id="48" name="">
            <a:extLst xmlns:a="http://schemas.openxmlformats.org/drawingml/2006/main">
              <a:ext uri="{FF2B5EF4-FFF2-40B4-BE49-F238E27FC236}">
                <a16:creationId xmlns:a16="http://schemas.microsoft.com/office/drawing/2014/main" id="{985C2918-2066-4132-88E6-647F8AC20E18}"/>
              </a:ext>
            </a:extLst>
          </p:cNvPr>
          <p:cNvSpPr>
            <a:spLocks xmlns:a="http://schemas.openxmlformats.org/drawingml/2006/main" noGrp="1"/>
          </p:cNvSpPr>
          <p:nvPr/>
        </p:nvSpPr>
        <p:spPr>
          <a:xfrm xmlns:a="http://schemas.openxmlformats.org/drawingml/2006/main">
            <a:off x="7943850" y="4000500"/>
            <a:ext cx="95250" cy="95250"/>
          </a:xfrm>
          <a:prstGeom xmlns:a="http://schemas.openxmlformats.org/drawingml/2006/main" prst="rect">
            <a:avLst/>
          </a:prstGeom>
          <a:solidFill xmlns:a="http://schemas.openxmlformats.org/drawingml/2006/main">
            <a:srgbClr val="79A817"/>
          </a:solidFill>
          <a:ln xmlns:a="http://schemas.openxmlformats.org/drawingml/2006/main" w="0">
            <a:noFill/>
            <a:prstDash val="solid"/>
          </a:ln>
        </p:spPr>
      </p:sp>
      <p:sp>
        <p:nvSpPr>
          <p:cNvPr id="49" name="">
            <a:extLst xmlns:a="http://schemas.openxmlformats.org/drawingml/2006/main">
              <a:ext uri="{FF2B5EF4-FFF2-40B4-BE49-F238E27FC236}">
                <a16:creationId xmlns:a16="http://schemas.microsoft.com/office/drawing/2014/main" id="{ED315FB0-346C-4568-9F96-D8EBD7321B19}"/>
              </a:ext>
            </a:extLst>
          </p:cNvPr>
          <p:cNvSpPr>
            <a:spLocks xmlns:a="http://schemas.openxmlformats.org/drawingml/2006/main" noGrp="1"/>
          </p:cNvSpPr>
          <p:nvPr/>
        </p:nvSpPr>
        <p:spPr>
          <a:xfrm xmlns:a="http://schemas.openxmlformats.org/drawingml/2006/main">
            <a:off x="8172450" y="3886200"/>
            <a:ext cx="31051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650" b="0">
                <a:solidFill>
                  <a:srgbClr val="102A43"/>
                </a:solidFill>
              </a:defRPr>
            </a:pPr>
            <a:r>
              <a:rPr sz="1650" b="0">
                <a:solidFill>
                  <a:srgbClr val="102A43"/>
                </a:solidFill>
              </a:rPr>
              <a:t>ARC reads status but cannot bypass safety</a:t>
            </a:r>
          </a:p>
        </p:txBody>
      </p:sp>
      <p:sp>
        <p:nvSpPr>
          <p:cNvPr id="50" name="">
            <a:extLst xmlns:a="http://schemas.openxmlformats.org/drawingml/2006/main">
              <a:ext uri="{FF2B5EF4-FFF2-40B4-BE49-F238E27FC236}">
                <a16:creationId xmlns:a16="http://schemas.microsoft.com/office/drawing/2014/main" id="{FEED6527-04EB-416E-B9D1-192F810EE6A5}"/>
              </a:ext>
            </a:extLst>
          </p:cNvPr>
          <p:cNvSpPr>
            <a:spLocks xmlns:a="http://schemas.openxmlformats.org/drawingml/2006/main" noGrp="1"/>
          </p:cNvSpPr>
          <p:nvPr/>
        </p:nvSpPr>
        <p:spPr>
          <a:xfrm xmlns:a="http://schemas.openxmlformats.org/drawingml/2006/main">
            <a:off x="7886700" y="4876800"/>
            <a:ext cx="3543300" cy="723900"/>
          </a:xfrm>
          <a:prstGeom xmlns:a="http://schemas.openxmlformats.org/drawingml/2006/main" prst="roundRect">
            <a:avLst>
              <a:gd name="adj" fmla="val 21053"/>
            </a:avLst>
          </a:prstGeom>
          <a:solidFill xmlns:a="http://schemas.openxmlformats.org/drawingml/2006/main">
            <a:srgbClr val="FAE9E7"/>
          </a:solidFill>
          <a:ln xmlns:a="http://schemas.openxmlformats.org/drawingml/2006/main" w="9525">
            <a:solidFill>
              <a:srgbClr val="B43B35"/>
            </a:solidFill>
            <a:prstDash val="solid"/>
          </a:ln>
        </p:spPr>
      </p:sp>
      <p:sp>
        <p:nvSpPr>
          <p:cNvPr id="51" name="">
            <a:extLst xmlns:a="http://schemas.openxmlformats.org/drawingml/2006/main">
              <a:ext uri="{FF2B5EF4-FFF2-40B4-BE49-F238E27FC236}">
                <a16:creationId xmlns:a16="http://schemas.microsoft.com/office/drawing/2014/main" id="{30109F14-EB30-4D1A-B414-B869EA23CFEC}"/>
              </a:ext>
            </a:extLst>
          </p:cNvPr>
          <p:cNvSpPr>
            <a:spLocks xmlns:a="http://schemas.openxmlformats.org/drawingml/2006/main" noGrp="1"/>
          </p:cNvSpPr>
          <p:nvPr/>
        </p:nvSpPr>
        <p:spPr>
          <a:xfrm xmlns:a="http://schemas.openxmlformats.org/drawingml/2006/main">
            <a:off x="8096250" y="4972050"/>
            <a:ext cx="31242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575" b="1">
                <a:solidFill>
                  <a:srgbClr val="B43B35"/>
                </a:solidFill>
              </a:defRPr>
            </a:pPr>
            <a:r>
              <a:rPr sz="1575" b="1">
                <a:solidFill>
                  <a:srgbClr val="B43B35"/>
                </a:solidFill>
              </a:rPr>
              <a:t>No unqualified person operates the equipment.</a:t>
            </a:r>
          </a:p>
        </p:txBody>
      </p:sp>
      <p:sp>
        <p:nvSpPr>
          <p:cNvPr id="52" name="">
            <a:extLst xmlns:a="http://schemas.openxmlformats.org/drawingml/2006/main">
              <a:ext uri="{FF2B5EF4-FFF2-40B4-BE49-F238E27FC236}">
                <a16:creationId xmlns:a16="http://schemas.microsoft.com/office/drawing/2014/main" id="{D8F748E0-2550-4CC0-9359-7EE5AA90FF00}"/>
              </a:ext>
            </a:extLst>
          </p:cNvPr>
          <p:cNvSpPr>
            <a:spLocks xmlns:a="http://schemas.openxmlformats.org/drawingml/2006/main" noGrp="1"/>
          </p:cNvSpPr>
          <p:nvPr/>
        </p:nvSpPr>
        <p:spPr>
          <a:xfrm xmlns:a="http://schemas.openxmlformats.org/drawingml/2006/main">
            <a:off x="609600" y="6419850"/>
            <a:ext cx="666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26575"/>
                </a:solidFill>
              </a:defRPr>
            </a:pPr>
            <a:r>
              <a:rPr sz="900" b="1">
                <a:solidFill>
                  <a:srgbClr val="526575"/>
                </a:solidFill>
              </a:rPr>
              <a:t>CRTFE P2  |  CONCEPT ONLY - NOT FLIGHT READY</a:t>
            </a:r>
          </a:p>
        </p:txBody>
      </p:sp>
      <p:sp>
        <p:nvSpPr>
          <p:cNvPr id="53" name="">
            <a:extLst xmlns:a="http://schemas.openxmlformats.org/drawingml/2006/main">
              <a:ext uri="{FF2B5EF4-FFF2-40B4-BE49-F238E27FC236}">
                <a16:creationId xmlns:a16="http://schemas.microsoft.com/office/drawing/2014/main" id="{03A59CE7-EB1A-4FD5-B17F-1A4704D297C3}"/>
              </a:ext>
            </a:extLst>
          </p:cNvPr>
          <p:cNvSpPr>
            <a:spLocks xmlns:a="http://schemas.openxmlformats.org/drawingml/2006/main" noGrp="1"/>
          </p:cNvSpPr>
          <p:nvPr/>
        </p:nvSpPr>
        <p:spPr>
          <a:xfrm xmlns:a="http://schemas.openxmlformats.org/drawingml/2006/main">
            <a:off x="7810500" y="6419850"/>
            <a:ext cx="3771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900" b="0">
                <a:solidFill>
                  <a:srgbClr val="526575"/>
                </a:solidFill>
              </a:defRPr>
            </a:pPr>
            <a:r>
              <a:rPr sz="900" b="0">
                <a:solidFill>
                  <a:srgbClr val="526575"/>
                </a:solidFill>
              </a:rPr>
              <a:t>Dorian Martin-Smith  |  Lawton, Oklahoma</a:t>
            </a:r>
          </a:p>
        </p:txBody>
      </p:sp>
    </p:spTree>
    <p:extLst>
      <p:ext uri="{BB962C8B-B14F-4D97-AF65-F5344CB8AC3E}">
        <p14:creationId xmlns:p14="http://schemas.microsoft.com/office/powerpoint/2010/main" val="345738363"/>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6" name="">
            <a:extLst xmlns:a="http://schemas.openxmlformats.org/drawingml/2006/main">
              <a:ext uri="{FF2B5EF4-FFF2-40B4-BE49-F238E27FC236}">
                <a16:creationId xmlns:a16="http://schemas.microsoft.com/office/drawing/2014/main" id="{6481F3E6-5741-44A6-A338-F1FB821C8B56}"/>
              </a:ext>
            </a:extLst>
          </p:cNvPr>
          <p:cNvSpPr>
            <a:spLocks xmlns:a="http://schemas.openxmlformats.org/drawingml/2006/main" noGrp="1"/>
          </p:cNvSpPr>
          <p:nvPr/>
        </p:nvSpPr>
        <p:spPr>
          <a:xfrm xmlns:a="http://schemas.openxmlformats.org/drawingml/2006/main">
            <a:off x="0" y="0"/>
            <a:ext cx="9525" cy="6858000"/>
          </a:xfrm>
          <a:prstGeom xmlns:a="http://schemas.openxmlformats.org/drawingml/2006/main" prst="rect">
            <a:avLst/>
          </a:prstGeom>
          <a:solidFill xmlns:a="http://schemas.openxmlformats.org/drawingml/2006/main">
            <a:srgbClr val="C9DDF2"/>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5A3CE15D-326D-452D-A45B-FBF5B47571FD}"/>
              </a:ext>
            </a:extLst>
          </p:cNvPr>
          <p:cNvSpPr>
            <a:spLocks xmlns:a="http://schemas.openxmlformats.org/drawingml/2006/main" noGrp="1"/>
          </p:cNvSpPr>
          <p:nvPr/>
        </p:nvSpPr>
        <p:spPr>
          <a:xfrm xmlns:a="http://schemas.openxmlformats.org/drawingml/2006/main">
            <a:off x="609600" y="0"/>
            <a:ext cx="9525" cy="6858000"/>
          </a:xfrm>
          <a:prstGeom xmlns:a="http://schemas.openxmlformats.org/drawingml/2006/main" prst="rect">
            <a:avLst/>
          </a:prstGeom>
          <a:solidFill xmlns:a="http://schemas.openxmlformats.org/drawingml/2006/main">
            <a:srgbClr val="C9DDF2"/>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6BF6FDCF-8FD0-4DEE-9C40-4F447B53A769}"/>
              </a:ext>
            </a:extLst>
          </p:cNvPr>
          <p:cNvSpPr>
            <a:spLocks xmlns:a="http://schemas.openxmlformats.org/drawingml/2006/main" noGrp="1"/>
          </p:cNvSpPr>
          <p:nvPr/>
        </p:nvSpPr>
        <p:spPr>
          <a:xfrm xmlns:a="http://schemas.openxmlformats.org/drawingml/2006/main">
            <a:off x="1219200" y="0"/>
            <a:ext cx="9525" cy="6858000"/>
          </a:xfrm>
          <a:prstGeom xmlns:a="http://schemas.openxmlformats.org/drawingml/2006/main" prst="rect">
            <a:avLst/>
          </a:prstGeom>
          <a:solidFill xmlns:a="http://schemas.openxmlformats.org/drawingml/2006/main">
            <a:srgbClr val="C9DDF2"/>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2A1E6A90-7186-477D-AEF6-81334C8908D8}"/>
              </a:ext>
            </a:extLst>
          </p:cNvPr>
          <p:cNvSpPr>
            <a:spLocks xmlns:a="http://schemas.openxmlformats.org/drawingml/2006/main" noGrp="1"/>
          </p:cNvSpPr>
          <p:nvPr/>
        </p:nvSpPr>
        <p:spPr>
          <a:xfrm xmlns:a="http://schemas.openxmlformats.org/drawingml/2006/main">
            <a:off x="1828800" y="0"/>
            <a:ext cx="9525" cy="6858000"/>
          </a:xfrm>
          <a:prstGeom xmlns:a="http://schemas.openxmlformats.org/drawingml/2006/main" prst="rect">
            <a:avLst/>
          </a:prstGeom>
          <a:solidFill xmlns:a="http://schemas.openxmlformats.org/drawingml/2006/main">
            <a:srgbClr val="C9DDF2"/>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6352D111-BD24-4264-B4CF-E9DA144319E9}"/>
              </a:ext>
            </a:extLst>
          </p:cNvPr>
          <p:cNvSpPr>
            <a:spLocks xmlns:a="http://schemas.openxmlformats.org/drawingml/2006/main" noGrp="1"/>
          </p:cNvSpPr>
          <p:nvPr/>
        </p:nvSpPr>
        <p:spPr>
          <a:xfrm xmlns:a="http://schemas.openxmlformats.org/drawingml/2006/main">
            <a:off x="2438400" y="0"/>
            <a:ext cx="9525" cy="6858000"/>
          </a:xfrm>
          <a:prstGeom xmlns:a="http://schemas.openxmlformats.org/drawingml/2006/main" prst="rect">
            <a:avLst/>
          </a:prstGeom>
          <a:solidFill xmlns:a="http://schemas.openxmlformats.org/drawingml/2006/main">
            <a:srgbClr val="C9DDF2"/>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647D8897-776D-4D42-B64E-C138FA46E3B3}"/>
              </a:ext>
            </a:extLst>
          </p:cNvPr>
          <p:cNvSpPr>
            <a:spLocks xmlns:a="http://schemas.openxmlformats.org/drawingml/2006/main" noGrp="1"/>
          </p:cNvSpPr>
          <p:nvPr/>
        </p:nvSpPr>
        <p:spPr>
          <a:xfrm xmlns:a="http://schemas.openxmlformats.org/drawingml/2006/main">
            <a:off x="3048000" y="0"/>
            <a:ext cx="9525" cy="6858000"/>
          </a:xfrm>
          <a:prstGeom xmlns:a="http://schemas.openxmlformats.org/drawingml/2006/main" prst="rect">
            <a:avLst/>
          </a:prstGeom>
          <a:solidFill xmlns:a="http://schemas.openxmlformats.org/drawingml/2006/main">
            <a:srgbClr val="C9DDF2"/>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E48AAA23-13DE-4D5A-A7A8-73686A2F88E7}"/>
              </a:ext>
            </a:extLst>
          </p:cNvPr>
          <p:cNvSpPr>
            <a:spLocks xmlns:a="http://schemas.openxmlformats.org/drawingml/2006/main" noGrp="1"/>
          </p:cNvSpPr>
          <p:nvPr/>
        </p:nvSpPr>
        <p:spPr>
          <a:xfrm xmlns:a="http://schemas.openxmlformats.org/drawingml/2006/main">
            <a:off x="3657600" y="0"/>
            <a:ext cx="9525" cy="6858000"/>
          </a:xfrm>
          <a:prstGeom xmlns:a="http://schemas.openxmlformats.org/drawingml/2006/main" prst="rect">
            <a:avLst/>
          </a:prstGeom>
          <a:solidFill xmlns:a="http://schemas.openxmlformats.org/drawingml/2006/main">
            <a:srgbClr val="C9DDF2"/>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527EE289-1051-459D-BEC2-808D5F9240D1}"/>
              </a:ext>
            </a:extLst>
          </p:cNvPr>
          <p:cNvSpPr>
            <a:spLocks xmlns:a="http://schemas.openxmlformats.org/drawingml/2006/main" noGrp="1"/>
          </p:cNvSpPr>
          <p:nvPr/>
        </p:nvSpPr>
        <p:spPr>
          <a:xfrm xmlns:a="http://schemas.openxmlformats.org/drawingml/2006/main">
            <a:off x="4267200" y="0"/>
            <a:ext cx="9525" cy="6858000"/>
          </a:xfrm>
          <a:prstGeom xmlns:a="http://schemas.openxmlformats.org/drawingml/2006/main" prst="rect">
            <a:avLst/>
          </a:prstGeom>
          <a:solidFill xmlns:a="http://schemas.openxmlformats.org/drawingml/2006/main">
            <a:srgbClr val="C9DDF2"/>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3617135B-979C-41C3-B9D9-A7B9DA655948}"/>
              </a:ext>
            </a:extLst>
          </p:cNvPr>
          <p:cNvSpPr>
            <a:spLocks xmlns:a="http://schemas.openxmlformats.org/drawingml/2006/main" noGrp="1"/>
          </p:cNvSpPr>
          <p:nvPr/>
        </p:nvSpPr>
        <p:spPr>
          <a:xfrm xmlns:a="http://schemas.openxmlformats.org/drawingml/2006/main">
            <a:off x="4876800" y="0"/>
            <a:ext cx="9525" cy="6858000"/>
          </a:xfrm>
          <a:prstGeom xmlns:a="http://schemas.openxmlformats.org/drawingml/2006/main" prst="rect">
            <a:avLst/>
          </a:prstGeom>
          <a:solidFill xmlns:a="http://schemas.openxmlformats.org/drawingml/2006/main">
            <a:srgbClr val="C9DDF2"/>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FAB09404-7EB9-42D7-961E-957D2ED0223C}"/>
              </a:ext>
            </a:extLst>
          </p:cNvPr>
          <p:cNvSpPr>
            <a:spLocks xmlns:a="http://schemas.openxmlformats.org/drawingml/2006/main" noGrp="1"/>
          </p:cNvSpPr>
          <p:nvPr/>
        </p:nvSpPr>
        <p:spPr>
          <a:xfrm xmlns:a="http://schemas.openxmlformats.org/drawingml/2006/main">
            <a:off x="5486400" y="0"/>
            <a:ext cx="9525" cy="6858000"/>
          </a:xfrm>
          <a:prstGeom xmlns:a="http://schemas.openxmlformats.org/drawingml/2006/main" prst="rect">
            <a:avLst/>
          </a:prstGeom>
          <a:solidFill xmlns:a="http://schemas.openxmlformats.org/drawingml/2006/main">
            <a:srgbClr val="C9DDF2"/>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3AC6A2ED-BAE3-4918-BEFE-18BD9BC68F99}"/>
              </a:ext>
            </a:extLst>
          </p:cNvPr>
          <p:cNvSpPr>
            <a:spLocks xmlns:a="http://schemas.openxmlformats.org/drawingml/2006/main" noGrp="1"/>
          </p:cNvSpPr>
          <p:nvPr/>
        </p:nvSpPr>
        <p:spPr>
          <a:xfrm xmlns:a="http://schemas.openxmlformats.org/drawingml/2006/main">
            <a:off x="6096000" y="0"/>
            <a:ext cx="9525" cy="6858000"/>
          </a:xfrm>
          <a:prstGeom xmlns:a="http://schemas.openxmlformats.org/drawingml/2006/main" prst="rect">
            <a:avLst/>
          </a:prstGeom>
          <a:solidFill xmlns:a="http://schemas.openxmlformats.org/drawingml/2006/main">
            <a:srgbClr val="C9DDF2"/>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1C40EB25-8E0F-4F03-B308-6E3248FC452B}"/>
              </a:ext>
            </a:extLst>
          </p:cNvPr>
          <p:cNvSpPr>
            <a:spLocks xmlns:a="http://schemas.openxmlformats.org/drawingml/2006/main" noGrp="1"/>
          </p:cNvSpPr>
          <p:nvPr/>
        </p:nvSpPr>
        <p:spPr>
          <a:xfrm xmlns:a="http://schemas.openxmlformats.org/drawingml/2006/main">
            <a:off x="6705600" y="0"/>
            <a:ext cx="9525" cy="6858000"/>
          </a:xfrm>
          <a:prstGeom xmlns:a="http://schemas.openxmlformats.org/drawingml/2006/main" prst="rect">
            <a:avLst/>
          </a:prstGeom>
          <a:solidFill xmlns:a="http://schemas.openxmlformats.org/drawingml/2006/main">
            <a:srgbClr val="C9DDF2"/>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22169D57-E042-4FA9-A57D-A6F1E0874E3C}"/>
              </a:ext>
            </a:extLst>
          </p:cNvPr>
          <p:cNvSpPr>
            <a:spLocks xmlns:a="http://schemas.openxmlformats.org/drawingml/2006/main" noGrp="1"/>
          </p:cNvSpPr>
          <p:nvPr/>
        </p:nvSpPr>
        <p:spPr>
          <a:xfrm xmlns:a="http://schemas.openxmlformats.org/drawingml/2006/main">
            <a:off x="7315200" y="0"/>
            <a:ext cx="9525" cy="6858000"/>
          </a:xfrm>
          <a:prstGeom xmlns:a="http://schemas.openxmlformats.org/drawingml/2006/main" prst="rect">
            <a:avLst/>
          </a:prstGeom>
          <a:solidFill xmlns:a="http://schemas.openxmlformats.org/drawingml/2006/main">
            <a:srgbClr val="C9DDF2"/>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39F5D60A-947C-486D-844F-4E6C10D3B06E}"/>
              </a:ext>
            </a:extLst>
          </p:cNvPr>
          <p:cNvSpPr>
            <a:spLocks xmlns:a="http://schemas.openxmlformats.org/drawingml/2006/main" noGrp="1"/>
          </p:cNvSpPr>
          <p:nvPr/>
        </p:nvSpPr>
        <p:spPr>
          <a:xfrm xmlns:a="http://schemas.openxmlformats.org/drawingml/2006/main">
            <a:off x="7924800" y="0"/>
            <a:ext cx="9525" cy="6858000"/>
          </a:xfrm>
          <a:prstGeom xmlns:a="http://schemas.openxmlformats.org/drawingml/2006/main" prst="rect">
            <a:avLst/>
          </a:prstGeom>
          <a:solidFill xmlns:a="http://schemas.openxmlformats.org/drawingml/2006/main">
            <a:srgbClr val="C9DDF2"/>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39CEB2F7-C4D2-49FC-AEE8-23BD393BF89C}"/>
              </a:ext>
            </a:extLst>
          </p:cNvPr>
          <p:cNvSpPr>
            <a:spLocks xmlns:a="http://schemas.openxmlformats.org/drawingml/2006/main" noGrp="1"/>
          </p:cNvSpPr>
          <p:nvPr/>
        </p:nvSpPr>
        <p:spPr>
          <a:xfrm xmlns:a="http://schemas.openxmlformats.org/drawingml/2006/main">
            <a:off x="8534400" y="0"/>
            <a:ext cx="9525" cy="6858000"/>
          </a:xfrm>
          <a:prstGeom xmlns:a="http://schemas.openxmlformats.org/drawingml/2006/main" prst="rect">
            <a:avLst/>
          </a:prstGeom>
          <a:solidFill xmlns:a="http://schemas.openxmlformats.org/drawingml/2006/main">
            <a:srgbClr val="C9DDF2"/>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1A704434-B463-4DC3-B5B6-04D218583F8D}"/>
              </a:ext>
            </a:extLst>
          </p:cNvPr>
          <p:cNvSpPr>
            <a:spLocks xmlns:a="http://schemas.openxmlformats.org/drawingml/2006/main" noGrp="1"/>
          </p:cNvSpPr>
          <p:nvPr/>
        </p:nvSpPr>
        <p:spPr>
          <a:xfrm xmlns:a="http://schemas.openxmlformats.org/drawingml/2006/main">
            <a:off x="9144000" y="0"/>
            <a:ext cx="9525" cy="6858000"/>
          </a:xfrm>
          <a:prstGeom xmlns:a="http://schemas.openxmlformats.org/drawingml/2006/main" prst="rect">
            <a:avLst/>
          </a:prstGeom>
          <a:solidFill xmlns:a="http://schemas.openxmlformats.org/drawingml/2006/main">
            <a:srgbClr val="C9DDF2"/>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C16DB064-ECBE-4E44-B279-C9E19FE4C6D9}"/>
              </a:ext>
            </a:extLst>
          </p:cNvPr>
          <p:cNvSpPr>
            <a:spLocks xmlns:a="http://schemas.openxmlformats.org/drawingml/2006/main" noGrp="1"/>
          </p:cNvSpPr>
          <p:nvPr/>
        </p:nvSpPr>
        <p:spPr>
          <a:xfrm xmlns:a="http://schemas.openxmlformats.org/drawingml/2006/main">
            <a:off x="9753600" y="0"/>
            <a:ext cx="9525" cy="6858000"/>
          </a:xfrm>
          <a:prstGeom xmlns:a="http://schemas.openxmlformats.org/drawingml/2006/main" prst="rect">
            <a:avLst/>
          </a:prstGeom>
          <a:solidFill xmlns:a="http://schemas.openxmlformats.org/drawingml/2006/main">
            <a:srgbClr val="C9DDF2"/>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5A95EF33-4E96-4ACF-B22F-D20A4921BA2F}"/>
              </a:ext>
            </a:extLst>
          </p:cNvPr>
          <p:cNvSpPr>
            <a:spLocks xmlns:a="http://schemas.openxmlformats.org/drawingml/2006/main" noGrp="1"/>
          </p:cNvSpPr>
          <p:nvPr/>
        </p:nvSpPr>
        <p:spPr>
          <a:xfrm xmlns:a="http://schemas.openxmlformats.org/drawingml/2006/main">
            <a:off x="10363200" y="0"/>
            <a:ext cx="9525" cy="6858000"/>
          </a:xfrm>
          <a:prstGeom xmlns:a="http://schemas.openxmlformats.org/drawingml/2006/main" prst="rect">
            <a:avLst/>
          </a:prstGeom>
          <a:solidFill xmlns:a="http://schemas.openxmlformats.org/drawingml/2006/main">
            <a:srgbClr val="C9DDF2"/>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FF0A570A-EC5C-4906-8630-37452225C4FA}"/>
              </a:ext>
            </a:extLst>
          </p:cNvPr>
          <p:cNvSpPr>
            <a:spLocks xmlns:a="http://schemas.openxmlformats.org/drawingml/2006/main" noGrp="1"/>
          </p:cNvSpPr>
          <p:nvPr/>
        </p:nvSpPr>
        <p:spPr>
          <a:xfrm xmlns:a="http://schemas.openxmlformats.org/drawingml/2006/main">
            <a:off x="10972800" y="0"/>
            <a:ext cx="9525" cy="6858000"/>
          </a:xfrm>
          <a:prstGeom xmlns:a="http://schemas.openxmlformats.org/drawingml/2006/main" prst="rect">
            <a:avLst/>
          </a:prstGeom>
          <a:solidFill xmlns:a="http://schemas.openxmlformats.org/drawingml/2006/main">
            <a:srgbClr val="C9DDF2"/>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2F4B95CF-17EF-4ADB-B75E-1CA52D200D26}"/>
              </a:ext>
            </a:extLst>
          </p:cNvPr>
          <p:cNvSpPr>
            <a:spLocks xmlns:a="http://schemas.openxmlformats.org/drawingml/2006/main" noGrp="1"/>
          </p:cNvSpPr>
          <p:nvPr/>
        </p:nvSpPr>
        <p:spPr>
          <a:xfrm xmlns:a="http://schemas.openxmlformats.org/drawingml/2006/main">
            <a:off x="11582400" y="0"/>
            <a:ext cx="9525" cy="6858000"/>
          </a:xfrm>
          <a:prstGeom xmlns:a="http://schemas.openxmlformats.org/drawingml/2006/main" prst="rect">
            <a:avLst/>
          </a:prstGeom>
          <a:solidFill xmlns:a="http://schemas.openxmlformats.org/drawingml/2006/main">
            <a:srgbClr val="C9DDF2"/>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3009F099-7D75-468D-A9F0-7203406E0D11}"/>
              </a:ext>
            </a:extLst>
          </p:cNvPr>
          <p:cNvSpPr>
            <a:spLocks xmlns:a="http://schemas.openxmlformats.org/drawingml/2006/main" noGrp="1"/>
          </p:cNvSpPr>
          <p:nvPr/>
        </p:nvSpPr>
        <p:spPr>
          <a:xfrm xmlns:a="http://schemas.openxmlformats.org/drawingml/2006/main">
            <a:off x="12192000" y="0"/>
            <a:ext cx="9525" cy="6858000"/>
          </a:xfrm>
          <a:prstGeom xmlns:a="http://schemas.openxmlformats.org/drawingml/2006/main" prst="rect">
            <a:avLst/>
          </a:prstGeom>
          <a:solidFill xmlns:a="http://schemas.openxmlformats.org/drawingml/2006/main">
            <a:srgbClr val="C9DDF2"/>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0903D71A-E6A6-4D32-8B7F-CA8D645CCB8B}"/>
              </a:ext>
            </a:extLst>
          </p:cNvPr>
          <p:cNvSpPr>
            <a:spLocks xmlns:a="http://schemas.openxmlformats.org/drawingml/2006/main" noGrp="1"/>
          </p:cNvSpPr>
          <p:nvPr/>
        </p:nvSpPr>
        <p:spPr>
          <a:xfrm xmlns:a="http://schemas.openxmlformats.org/drawingml/2006/main">
            <a:off x="0" y="0"/>
            <a:ext cx="12192000" cy="9525"/>
          </a:xfrm>
          <a:prstGeom xmlns:a="http://schemas.openxmlformats.org/drawingml/2006/main" prst="rect">
            <a:avLst/>
          </a:prstGeom>
          <a:solidFill xmlns:a="http://schemas.openxmlformats.org/drawingml/2006/main">
            <a:srgbClr val="C9DDF2"/>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58089E0F-3CBF-4A12-B2E2-F1EECECB8EAD}"/>
              </a:ext>
            </a:extLst>
          </p:cNvPr>
          <p:cNvSpPr>
            <a:spLocks xmlns:a="http://schemas.openxmlformats.org/drawingml/2006/main" noGrp="1"/>
          </p:cNvSpPr>
          <p:nvPr/>
        </p:nvSpPr>
        <p:spPr>
          <a:xfrm xmlns:a="http://schemas.openxmlformats.org/drawingml/2006/main">
            <a:off x="0" y="609600"/>
            <a:ext cx="12192000" cy="9525"/>
          </a:xfrm>
          <a:prstGeom xmlns:a="http://schemas.openxmlformats.org/drawingml/2006/main" prst="rect">
            <a:avLst/>
          </a:prstGeom>
          <a:solidFill xmlns:a="http://schemas.openxmlformats.org/drawingml/2006/main">
            <a:srgbClr val="C9DDF2"/>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0A95A046-2970-40A5-9749-72DCFF454222}"/>
              </a:ext>
            </a:extLst>
          </p:cNvPr>
          <p:cNvSpPr>
            <a:spLocks xmlns:a="http://schemas.openxmlformats.org/drawingml/2006/main" noGrp="1"/>
          </p:cNvSpPr>
          <p:nvPr/>
        </p:nvSpPr>
        <p:spPr>
          <a:xfrm xmlns:a="http://schemas.openxmlformats.org/drawingml/2006/main">
            <a:off x="0" y="1219200"/>
            <a:ext cx="12192000" cy="9525"/>
          </a:xfrm>
          <a:prstGeom xmlns:a="http://schemas.openxmlformats.org/drawingml/2006/main" prst="rect">
            <a:avLst/>
          </a:prstGeom>
          <a:solidFill xmlns:a="http://schemas.openxmlformats.org/drawingml/2006/main">
            <a:srgbClr val="C9DDF2"/>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B147CFAB-6C7C-4D1D-863D-CB8E98EBB455}"/>
              </a:ext>
            </a:extLst>
          </p:cNvPr>
          <p:cNvSpPr>
            <a:spLocks xmlns:a="http://schemas.openxmlformats.org/drawingml/2006/main" noGrp="1"/>
          </p:cNvSpPr>
          <p:nvPr/>
        </p:nvSpPr>
        <p:spPr>
          <a:xfrm xmlns:a="http://schemas.openxmlformats.org/drawingml/2006/main">
            <a:off x="0" y="1828800"/>
            <a:ext cx="12192000" cy="9525"/>
          </a:xfrm>
          <a:prstGeom xmlns:a="http://schemas.openxmlformats.org/drawingml/2006/main" prst="rect">
            <a:avLst/>
          </a:prstGeom>
          <a:solidFill xmlns:a="http://schemas.openxmlformats.org/drawingml/2006/main">
            <a:srgbClr val="C9DDF2"/>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4623F065-1E06-4872-9B1F-258F715CE854}"/>
              </a:ext>
            </a:extLst>
          </p:cNvPr>
          <p:cNvSpPr>
            <a:spLocks xmlns:a="http://schemas.openxmlformats.org/drawingml/2006/main" noGrp="1"/>
          </p:cNvSpPr>
          <p:nvPr/>
        </p:nvSpPr>
        <p:spPr>
          <a:xfrm xmlns:a="http://schemas.openxmlformats.org/drawingml/2006/main">
            <a:off x="0" y="2438400"/>
            <a:ext cx="12192000" cy="9525"/>
          </a:xfrm>
          <a:prstGeom xmlns:a="http://schemas.openxmlformats.org/drawingml/2006/main" prst="rect">
            <a:avLst/>
          </a:prstGeom>
          <a:solidFill xmlns:a="http://schemas.openxmlformats.org/drawingml/2006/main">
            <a:srgbClr val="C9DDF2"/>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1CB6E16C-5282-4218-B14D-106CD3EEE058}"/>
              </a:ext>
            </a:extLst>
          </p:cNvPr>
          <p:cNvSpPr>
            <a:spLocks xmlns:a="http://schemas.openxmlformats.org/drawingml/2006/main" noGrp="1"/>
          </p:cNvSpPr>
          <p:nvPr/>
        </p:nvSpPr>
        <p:spPr>
          <a:xfrm xmlns:a="http://schemas.openxmlformats.org/drawingml/2006/main">
            <a:off x="0" y="3048000"/>
            <a:ext cx="12192000" cy="9525"/>
          </a:xfrm>
          <a:prstGeom xmlns:a="http://schemas.openxmlformats.org/drawingml/2006/main" prst="rect">
            <a:avLst/>
          </a:prstGeom>
          <a:solidFill xmlns:a="http://schemas.openxmlformats.org/drawingml/2006/main">
            <a:srgbClr val="C9DDF2"/>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CB07F191-5F49-446C-A66A-4EE5894581AB}"/>
              </a:ext>
            </a:extLst>
          </p:cNvPr>
          <p:cNvSpPr>
            <a:spLocks xmlns:a="http://schemas.openxmlformats.org/drawingml/2006/main" noGrp="1"/>
          </p:cNvSpPr>
          <p:nvPr/>
        </p:nvSpPr>
        <p:spPr>
          <a:xfrm xmlns:a="http://schemas.openxmlformats.org/drawingml/2006/main">
            <a:off x="0" y="3657600"/>
            <a:ext cx="12192000" cy="9525"/>
          </a:xfrm>
          <a:prstGeom xmlns:a="http://schemas.openxmlformats.org/drawingml/2006/main" prst="rect">
            <a:avLst/>
          </a:prstGeom>
          <a:solidFill xmlns:a="http://schemas.openxmlformats.org/drawingml/2006/main">
            <a:srgbClr val="C9DDF2"/>
          </a:solidFill>
          <a:ln xmlns:a="http://schemas.openxmlformats.org/drawingml/2006/main" w="0">
            <a:noFill/>
            <a:prstDash val="solid"/>
          </a:ln>
        </p:spPr>
      </p:sp>
      <p:sp>
        <p:nvSpPr>
          <p:cNvPr id="29" name="">
            <a:extLst xmlns:a="http://schemas.openxmlformats.org/drawingml/2006/main">
              <a:ext uri="{FF2B5EF4-FFF2-40B4-BE49-F238E27FC236}">
                <a16:creationId xmlns:a16="http://schemas.microsoft.com/office/drawing/2014/main" id="{33E87D1D-FDF1-4653-B3A9-5FC087BA5AAD}"/>
              </a:ext>
            </a:extLst>
          </p:cNvPr>
          <p:cNvSpPr>
            <a:spLocks xmlns:a="http://schemas.openxmlformats.org/drawingml/2006/main" noGrp="1"/>
          </p:cNvSpPr>
          <p:nvPr/>
        </p:nvSpPr>
        <p:spPr>
          <a:xfrm xmlns:a="http://schemas.openxmlformats.org/drawingml/2006/main">
            <a:off x="0" y="4267200"/>
            <a:ext cx="12192000" cy="9525"/>
          </a:xfrm>
          <a:prstGeom xmlns:a="http://schemas.openxmlformats.org/drawingml/2006/main" prst="rect">
            <a:avLst/>
          </a:prstGeom>
          <a:solidFill xmlns:a="http://schemas.openxmlformats.org/drawingml/2006/main">
            <a:srgbClr val="C9DDF2"/>
          </a:solidFill>
          <a:ln xmlns:a="http://schemas.openxmlformats.org/drawingml/2006/main" w="0">
            <a:noFill/>
            <a:prstDash val="solid"/>
          </a:ln>
        </p:spPr>
      </p:sp>
      <p:sp>
        <p:nvSpPr>
          <p:cNvPr id="30" name="">
            <a:extLst xmlns:a="http://schemas.openxmlformats.org/drawingml/2006/main">
              <a:ext uri="{FF2B5EF4-FFF2-40B4-BE49-F238E27FC236}">
                <a16:creationId xmlns:a16="http://schemas.microsoft.com/office/drawing/2014/main" id="{7AEA4A3C-C6E1-4E44-B8B6-4AF140EBCF76}"/>
              </a:ext>
            </a:extLst>
          </p:cNvPr>
          <p:cNvSpPr>
            <a:spLocks xmlns:a="http://schemas.openxmlformats.org/drawingml/2006/main" noGrp="1"/>
          </p:cNvSpPr>
          <p:nvPr/>
        </p:nvSpPr>
        <p:spPr>
          <a:xfrm xmlns:a="http://schemas.openxmlformats.org/drawingml/2006/main">
            <a:off x="0" y="4876800"/>
            <a:ext cx="12192000" cy="9525"/>
          </a:xfrm>
          <a:prstGeom xmlns:a="http://schemas.openxmlformats.org/drawingml/2006/main" prst="rect">
            <a:avLst/>
          </a:prstGeom>
          <a:solidFill xmlns:a="http://schemas.openxmlformats.org/drawingml/2006/main">
            <a:srgbClr val="C9DDF2"/>
          </a:solidFill>
          <a:ln xmlns:a="http://schemas.openxmlformats.org/drawingml/2006/main" w="0">
            <a:noFill/>
            <a:prstDash val="solid"/>
          </a:ln>
        </p:spPr>
      </p:sp>
      <p:sp>
        <p:nvSpPr>
          <p:cNvPr id="31" name="">
            <a:extLst xmlns:a="http://schemas.openxmlformats.org/drawingml/2006/main">
              <a:ext uri="{FF2B5EF4-FFF2-40B4-BE49-F238E27FC236}">
                <a16:creationId xmlns:a16="http://schemas.microsoft.com/office/drawing/2014/main" id="{8587E9A2-6D1A-4609-B23C-85B9F166E503}"/>
              </a:ext>
            </a:extLst>
          </p:cNvPr>
          <p:cNvSpPr>
            <a:spLocks xmlns:a="http://schemas.openxmlformats.org/drawingml/2006/main" noGrp="1"/>
          </p:cNvSpPr>
          <p:nvPr/>
        </p:nvSpPr>
        <p:spPr>
          <a:xfrm xmlns:a="http://schemas.openxmlformats.org/drawingml/2006/main">
            <a:off x="0" y="5486400"/>
            <a:ext cx="12192000" cy="9525"/>
          </a:xfrm>
          <a:prstGeom xmlns:a="http://schemas.openxmlformats.org/drawingml/2006/main" prst="rect">
            <a:avLst/>
          </a:prstGeom>
          <a:solidFill xmlns:a="http://schemas.openxmlformats.org/drawingml/2006/main">
            <a:srgbClr val="C9DDF2"/>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2F1804A7-BD46-474B-81A6-169C4C942AC4}"/>
              </a:ext>
            </a:extLst>
          </p:cNvPr>
          <p:cNvSpPr>
            <a:spLocks xmlns:a="http://schemas.openxmlformats.org/drawingml/2006/main" noGrp="1"/>
          </p:cNvSpPr>
          <p:nvPr/>
        </p:nvSpPr>
        <p:spPr>
          <a:xfrm xmlns:a="http://schemas.openxmlformats.org/drawingml/2006/main">
            <a:off x="0" y="6096000"/>
            <a:ext cx="12192000" cy="9525"/>
          </a:xfrm>
          <a:prstGeom xmlns:a="http://schemas.openxmlformats.org/drawingml/2006/main" prst="rect">
            <a:avLst/>
          </a:prstGeom>
          <a:solidFill xmlns:a="http://schemas.openxmlformats.org/drawingml/2006/main">
            <a:srgbClr val="C9DDF2"/>
          </a:solidFill>
          <a:ln xmlns:a="http://schemas.openxmlformats.org/drawingml/2006/main" w="0">
            <a:noFill/>
            <a:prstDash val="solid"/>
          </a:ln>
        </p:spPr>
      </p:sp>
      <p:sp>
        <p:nvSpPr>
          <p:cNvPr id="33" name="">
            <a:extLst xmlns:a="http://schemas.openxmlformats.org/drawingml/2006/main">
              <a:ext uri="{FF2B5EF4-FFF2-40B4-BE49-F238E27FC236}">
                <a16:creationId xmlns:a16="http://schemas.microsoft.com/office/drawing/2014/main" id="{E909CC16-00E7-4687-8497-C6D9A6475BB1}"/>
              </a:ext>
            </a:extLst>
          </p:cNvPr>
          <p:cNvSpPr>
            <a:spLocks xmlns:a="http://schemas.openxmlformats.org/drawingml/2006/main" noGrp="1"/>
          </p:cNvSpPr>
          <p:nvPr/>
        </p:nvSpPr>
        <p:spPr>
          <a:xfrm xmlns:a="http://schemas.openxmlformats.org/drawingml/2006/main">
            <a:off x="0" y="6705600"/>
            <a:ext cx="12192000" cy="9525"/>
          </a:xfrm>
          <a:prstGeom xmlns:a="http://schemas.openxmlformats.org/drawingml/2006/main" prst="rect">
            <a:avLst/>
          </a:prstGeom>
          <a:solidFill xmlns:a="http://schemas.openxmlformats.org/drawingml/2006/main">
            <a:srgbClr val="C9DDF2"/>
          </a:solidFill>
          <a:ln xmlns:a="http://schemas.openxmlformats.org/drawingml/2006/main" w="0">
            <a:noFill/>
            <a:prstDash val="solid"/>
          </a:ln>
        </p:spPr>
      </p:sp>
      <p:sp>
        <p:nvSpPr>
          <p:cNvPr id="34" name="">
            <a:extLst xmlns:a="http://schemas.openxmlformats.org/drawingml/2006/main">
              <a:ext uri="{FF2B5EF4-FFF2-40B4-BE49-F238E27FC236}">
                <a16:creationId xmlns:a16="http://schemas.microsoft.com/office/drawing/2014/main" id="{9C4B4C1C-CE77-4AFC-9797-C5F92CC7D974}"/>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79A817"/>
          </a:solidFill>
          <a:ln xmlns:a="http://schemas.openxmlformats.org/drawingml/2006/main" w="0">
            <a:noFill/>
            <a:prstDash val="solid"/>
          </a:ln>
        </p:spPr>
      </p:sp>
      <p:sp>
        <p:nvSpPr>
          <p:cNvPr id="35" name="">
            <a:extLst xmlns:a="http://schemas.openxmlformats.org/drawingml/2006/main">
              <a:ext uri="{FF2B5EF4-FFF2-40B4-BE49-F238E27FC236}">
                <a16:creationId xmlns:a16="http://schemas.microsoft.com/office/drawing/2014/main" id="{4A55758A-06E6-4E74-B5BC-E1702C81A3C1}"/>
              </a:ext>
            </a:extLst>
          </p:cNvPr>
          <p:cNvSpPr>
            <a:spLocks xmlns:a="http://schemas.openxmlformats.org/drawingml/2006/main" noGrp="1"/>
          </p:cNvSpPr>
          <p:nvPr/>
        </p:nvSpPr>
        <p:spPr>
          <a:xfrm xmlns:a="http://schemas.openxmlformats.org/drawingml/2006/main">
            <a:off x="590550" y="552450"/>
            <a:ext cx="10477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250" b="1">
                <a:solidFill>
                  <a:srgbClr val="102A43"/>
                </a:solidFill>
              </a:defRPr>
            </a:pPr>
            <a:r>
              <a:rPr sz="2250" b="1">
                <a:solidFill>
                  <a:srgbClr val="102A43"/>
                </a:solidFill>
              </a:rPr>
              <a:t>We already built the research base</a:t>
            </a:r>
          </a:p>
        </p:txBody>
      </p:sp>
      <p:sp>
        <p:nvSpPr>
          <p:cNvPr id="36" name="">
            <a:extLst xmlns:a="http://schemas.openxmlformats.org/drawingml/2006/main">
              <a:ext uri="{FF2B5EF4-FFF2-40B4-BE49-F238E27FC236}">
                <a16:creationId xmlns:a16="http://schemas.microsoft.com/office/drawing/2014/main" id="{8BC929A5-48FD-4534-A102-D697673F0C74}"/>
              </a:ext>
            </a:extLst>
          </p:cNvPr>
          <p:cNvSpPr>
            <a:spLocks xmlns:a="http://schemas.openxmlformats.org/drawingml/2006/main" noGrp="1"/>
          </p:cNvSpPr>
          <p:nvPr/>
        </p:nvSpPr>
        <p:spPr>
          <a:xfrm xmlns:a="http://schemas.openxmlformats.org/drawingml/2006/main">
            <a:off x="590550" y="1190625"/>
            <a:ext cx="990600" cy="47625"/>
          </a:xfrm>
          <a:prstGeom xmlns:a="http://schemas.openxmlformats.org/drawingml/2006/main" prst="rect">
            <a:avLst/>
          </a:prstGeom>
          <a:solidFill xmlns:a="http://schemas.openxmlformats.org/drawingml/2006/main">
            <a:srgbClr val="79A817"/>
          </a:solidFill>
          <a:ln xmlns:a="http://schemas.openxmlformats.org/drawingml/2006/main" w="0">
            <a:noFill/>
            <a:prstDash val="solid"/>
          </a:ln>
        </p:spPr>
      </p:sp>
      <p:sp>
        <p:nvSpPr>
          <p:cNvPr id="37" name="">
            <a:extLst xmlns:a="http://schemas.openxmlformats.org/drawingml/2006/main">
              <a:ext uri="{FF2B5EF4-FFF2-40B4-BE49-F238E27FC236}">
                <a16:creationId xmlns:a16="http://schemas.microsoft.com/office/drawing/2014/main" id="{9CD88529-AC8D-4965-ACAB-40D8EF14CF02}"/>
              </a:ext>
            </a:extLst>
          </p:cNvPr>
          <p:cNvSpPr>
            <a:spLocks xmlns:a="http://schemas.openxmlformats.org/drawingml/2006/main" noGrp="1"/>
          </p:cNvSpPr>
          <p:nvPr/>
        </p:nvSpPr>
        <p:spPr>
          <a:xfrm xmlns:a="http://schemas.openxmlformats.org/drawingml/2006/main">
            <a:off x="11144250" y="590550"/>
            <a:ext cx="47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1050" b="1">
                <a:solidFill>
                  <a:srgbClr val="526575"/>
                </a:solidFill>
              </a:defRPr>
            </a:pPr>
            <a:r>
              <a:rPr sz="1050" b="1">
                <a:solidFill>
                  <a:srgbClr val="526575"/>
                </a:solidFill>
              </a:rPr>
              <a:t>09</a:t>
            </a:r>
          </a:p>
        </p:txBody>
      </p:sp>
      <p:sp>
        <p:nvSpPr>
          <p:cNvPr id="38" name="">
            <a:extLst xmlns:a="http://schemas.openxmlformats.org/drawingml/2006/main">
              <a:ext uri="{FF2B5EF4-FFF2-40B4-BE49-F238E27FC236}">
                <a16:creationId xmlns:a16="http://schemas.microsoft.com/office/drawing/2014/main" id="{FF137240-0127-4CF2-84B3-C5DD353CD56A}"/>
              </a:ext>
            </a:extLst>
          </p:cNvPr>
          <p:cNvSpPr>
            <a:spLocks xmlns:a="http://schemas.openxmlformats.org/drawingml/2006/main" noGrp="1"/>
          </p:cNvSpPr>
          <p:nvPr/>
        </p:nvSpPr>
        <p:spPr>
          <a:xfrm xmlns:a="http://schemas.openxmlformats.org/drawingml/2006/main">
            <a:off x="657225" y="1323975"/>
            <a:ext cx="2819400" cy="4057650"/>
          </a:xfrm>
          <a:prstGeom xmlns:a="http://schemas.openxmlformats.org/drawingml/2006/main" prst="roundRect">
            <a:avLst>
              <a:gd name="adj" fmla="val 4054"/>
            </a:avLst>
          </a:prstGeom>
          <a:solidFill xmlns:a="http://schemas.openxmlformats.org/drawingml/2006/main">
            <a:srgbClr val="FFFFFF"/>
          </a:solidFill>
          <a:ln xmlns:a="http://schemas.openxmlformats.org/drawingml/2006/main" w="9525">
            <a:solidFill>
              <a:srgbClr val="1454A3"/>
            </a:solidFill>
            <a:prstDash val="solid"/>
          </a:ln>
        </p:spPr>
      </p:sp>
      <p:pic>
        <p:nvPicPr>
          <p:cNvPr id="94" name=""/>
          <p:cNvPicPr>
            <a:picLocks xmlns:a="http://schemas.openxmlformats.org/drawingml/2006/main" noChangeAspect="1"/>
          </p:cNvPicPr>
          <p:nvPr/>
        </p:nvPicPr>
        <p:blipFill>
          <a:blip xmlns:r="http://schemas.openxmlformats.org/officeDocument/2006/relationships" xmlns:a="http://schemas.openxmlformats.org/drawingml/2006/main" r:embed="Rf99c8a3cc0094bac"/>
          <a:stretch xmlns:a="http://schemas.openxmlformats.org/drawingml/2006/main"/>
        </p:blipFill>
        <p:spPr>
          <a:xfrm xmlns:a="http://schemas.openxmlformats.org/drawingml/2006/main">
            <a:off x="704850" y="1588962"/>
            <a:ext cx="2724150" cy="3527676"/>
          </a:xfrm>
          <a:prstGeom xmlns:a="http://schemas.openxmlformats.org/drawingml/2006/main" prst="roundRect">
            <a:avLst>
              <a:gd name="adj" fmla="val 3497"/>
            </a:avLst>
          </a:prstGeom>
        </p:spPr>
      </p:pic>
      <p:sp>
        <p:nvSpPr>
          <p:cNvPr id="40" name="">
            <a:extLst xmlns:a="http://schemas.openxmlformats.org/drawingml/2006/main">
              <a:ext uri="{FF2B5EF4-FFF2-40B4-BE49-F238E27FC236}">
                <a16:creationId xmlns:a16="http://schemas.microsoft.com/office/drawing/2014/main" id="{A096A15C-109D-4251-AF8B-90C350D01CBC}"/>
              </a:ext>
            </a:extLst>
          </p:cNvPr>
          <p:cNvSpPr>
            <a:spLocks xmlns:a="http://schemas.openxmlformats.org/drawingml/2006/main" noGrp="1"/>
          </p:cNvSpPr>
          <p:nvPr/>
        </p:nvSpPr>
        <p:spPr>
          <a:xfrm xmlns:a="http://schemas.openxmlformats.org/drawingml/2006/main">
            <a:off x="3857625" y="1323975"/>
            <a:ext cx="4991100" cy="2819400"/>
          </a:xfrm>
          <a:prstGeom xmlns:a="http://schemas.openxmlformats.org/drawingml/2006/main" prst="roundRect">
            <a:avLst>
              <a:gd name="adj" fmla="val 4054"/>
            </a:avLst>
          </a:prstGeom>
          <a:solidFill xmlns:a="http://schemas.openxmlformats.org/drawingml/2006/main">
            <a:srgbClr val="FFFFFF"/>
          </a:solidFill>
          <a:ln xmlns:a="http://schemas.openxmlformats.org/drawingml/2006/main" w="9525">
            <a:solidFill>
              <a:srgbClr val="1454A3"/>
            </a:solidFill>
            <a:prstDash val="solid"/>
          </a:ln>
        </p:spPr>
      </p:sp>
      <p:pic>
        <p:nvPicPr>
          <p:cNvPr id="96" name=""/>
          <p:cNvPicPr>
            <a:picLocks xmlns:a="http://schemas.openxmlformats.org/drawingml/2006/main" noChangeAspect="1"/>
          </p:cNvPicPr>
          <p:nvPr/>
        </p:nvPicPr>
        <p:blipFill>
          <a:blip xmlns:r="http://schemas.openxmlformats.org/officeDocument/2006/relationships" xmlns:a="http://schemas.openxmlformats.org/drawingml/2006/main" r:embed="Rc96a46397114461d"/>
          <a:stretch xmlns:a="http://schemas.openxmlformats.org/drawingml/2006/main"/>
        </p:blipFill>
        <p:spPr>
          <a:xfrm xmlns:a="http://schemas.openxmlformats.org/drawingml/2006/main">
            <a:off x="3905250" y="2114700"/>
            <a:ext cx="4895850" cy="1237951"/>
          </a:xfrm>
          <a:prstGeom xmlns:a="http://schemas.openxmlformats.org/drawingml/2006/main" prst="roundRect">
            <a:avLst>
              <a:gd name="adj" fmla="val 3497"/>
            </a:avLst>
          </a:prstGeom>
        </p:spPr>
      </p:pic>
      <p:sp>
        <p:nvSpPr>
          <p:cNvPr id="42" name="">
            <a:extLst xmlns:a="http://schemas.openxmlformats.org/drawingml/2006/main">
              <a:ext uri="{FF2B5EF4-FFF2-40B4-BE49-F238E27FC236}">
                <a16:creationId xmlns:a16="http://schemas.microsoft.com/office/drawing/2014/main" id="{5C53526F-5107-4F76-871B-8FAB3BB8EB82}"/>
              </a:ext>
            </a:extLst>
          </p:cNvPr>
          <p:cNvSpPr>
            <a:spLocks xmlns:a="http://schemas.openxmlformats.org/drawingml/2006/main" noGrp="1"/>
          </p:cNvSpPr>
          <p:nvPr/>
        </p:nvSpPr>
        <p:spPr>
          <a:xfrm xmlns:a="http://schemas.openxmlformats.org/drawingml/2006/main">
            <a:off x="819150" y="5467350"/>
            <a:ext cx="2476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650" b="1">
                <a:solidFill>
                  <a:srgbClr val="1454A3"/>
                </a:solidFill>
              </a:defRPr>
            </a:pPr>
            <a:r>
              <a:rPr sz="1650" b="1">
                <a:solidFill>
                  <a:srgbClr val="1454A3"/>
                </a:solidFill>
              </a:rPr>
              <a:t>47-page manual</a:t>
            </a:r>
          </a:p>
        </p:txBody>
      </p:sp>
      <p:sp>
        <p:nvSpPr>
          <p:cNvPr id="43" name="">
            <a:extLst xmlns:a="http://schemas.openxmlformats.org/drawingml/2006/main">
              <a:ext uri="{FF2B5EF4-FFF2-40B4-BE49-F238E27FC236}">
                <a16:creationId xmlns:a16="http://schemas.microsoft.com/office/drawing/2014/main" id="{24715D06-C8D1-45E7-9E4F-A2684B933F3A}"/>
              </a:ext>
            </a:extLst>
          </p:cNvPr>
          <p:cNvSpPr>
            <a:spLocks xmlns:a="http://schemas.openxmlformats.org/drawingml/2006/main" noGrp="1"/>
          </p:cNvSpPr>
          <p:nvPr/>
        </p:nvSpPr>
        <p:spPr>
          <a:xfrm xmlns:a="http://schemas.openxmlformats.org/drawingml/2006/main">
            <a:off x="5105400" y="4267200"/>
            <a:ext cx="2476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650" b="1">
                <a:solidFill>
                  <a:srgbClr val="1454A3"/>
                </a:solidFill>
              </a:defRPr>
            </a:pPr>
            <a:r>
              <a:rPr sz="1650" b="1">
                <a:solidFill>
                  <a:srgbClr val="1454A3"/>
                </a:solidFill>
              </a:rPr>
              <a:t>8 wiring sheets</a:t>
            </a:r>
          </a:p>
        </p:txBody>
      </p:sp>
      <p:sp>
        <p:nvSpPr>
          <p:cNvPr id="44" name="">
            <a:extLst xmlns:a="http://schemas.openxmlformats.org/drawingml/2006/main">
              <a:ext uri="{FF2B5EF4-FFF2-40B4-BE49-F238E27FC236}">
                <a16:creationId xmlns:a16="http://schemas.microsoft.com/office/drawing/2014/main" id="{9E9D91E4-32B0-47F9-8B8A-D904D0C6CB09}"/>
              </a:ext>
            </a:extLst>
          </p:cNvPr>
          <p:cNvSpPr>
            <a:spLocks xmlns:a="http://schemas.openxmlformats.org/drawingml/2006/main" noGrp="1"/>
          </p:cNvSpPr>
          <p:nvPr/>
        </p:nvSpPr>
        <p:spPr>
          <a:xfrm xmlns:a="http://schemas.openxmlformats.org/drawingml/2006/main">
            <a:off x="9124950" y="1695450"/>
            <a:ext cx="95250" cy="95250"/>
          </a:xfrm>
          <a:prstGeom xmlns:a="http://schemas.openxmlformats.org/drawingml/2006/main" prst="rect">
            <a:avLst/>
          </a:prstGeom>
          <a:solidFill xmlns:a="http://schemas.openxmlformats.org/drawingml/2006/main">
            <a:srgbClr val="79A817"/>
          </a:solidFill>
          <a:ln xmlns:a="http://schemas.openxmlformats.org/drawingml/2006/main" w="0">
            <a:noFill/>
            <a:prstDash val="solid"/>
          </a:ln>
        </p:spPr>
      </p:sp>
      <p:sp>
        <p:nvSpPr>
          <p:cNvPr id="45" name="">
            <a:extLst xmlns:a="http://schemas.openxmlformats.org/drawingml/2006/main">
              <a:ext uri="{FF2B5EF4-FFF2-40B4-BE49-F238E27FC236}">
                <a16:creationId xmlns:a16="http://schemas.microsoft.com/office/drawing/2014/main" id="{B31CDFEE-12B2-40B3-B590-567CD8F50408}"/>
              </a:ext>
            </a:extLst>
          </p:cNvPr>
          <p:cNvSpPr>
            <a:spLocks xmlns:a="http://schemas.openxmlformats.org/drawingml/2006/main" noGrp="1"/>
          </p:cNvSpPr>
          <p:nvPr/>
        </p:nvSpPr>
        <p:spPr>
          <a:xfrm xmlns:a="http://schemas.openxmlformats.org/drawingml/2006/main">
            <a:off x="9353550" y="1581150"/>
            <a:ext cx="2133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75" b="0">
                <a:solidFill>
                  <a:srgbClr val="102A43"/>
                </a:solidFill>
              </a:defRPr>
            </a:pPr>
            <a:r>
              <a:rPr sz="1575" b="0">
                <a:solidFill>
                  <a:srgbClr val="102A43"/>
                </a:solidFill>
              </a:rPr>
              <a:t>Public GitHub record</a:t>
            </a:r>
          </a:p>
        </p:txBody>
      </p:sp>
      <p:sp>
        <p:nvSpPr>
          <p:cNvPr id="46" name="">
            <a:extLst xmlns:a="http://schemas.openxmlformats.org/drawingml/2006/main">
              <a:ext uri="{FF2B5EF4-FFF2-40B4-BE49-F238E27FC236}">
                <a16:creationId xmlns:a16="http://schemas.microsoft.com/office/drawing/2014/main" id="{74310878-A3C6-4A39-AD3D-12DF1CDFC687}"/>
              </a:ext>
            </a:extLst>
          </p:cNvPr>
          <p:cNvSpPr>
            <a:spLocks xmlns:a="http://schemas.openxmlformats.org/drawingml/2006/main" noGrp="1"/>
          </p:cNvSpPr>
          <p:nvPr/>
        </p:nvSpPr>
        <p:spPr>
          <a:xfrm xmlns:a="http://schemas.openxmlformats.org/drawingml/2006/main">
            <a:off x="9124950" y="2343150"/>
            <a:ext cx="95250" cy="95250"/>
          </a:xfrm>
          <a:prstGeom xmlns:a="http://schemas.openxmlformats.org/drawingml/2006/main" prst="rect">
            <a:avLst/>
          </a:prstGeom>
          <a:solidFill xmlns:a="http://schemas.openxmlformats.org/drawingml/2006/main">
            <a:srgbClr val="79A817"/>
          </a:solidFill>
          <a:ln xmlns:a="http://schemas.openxmlformats.org/drawingml/2006/main" w="0">
            <a:noFill/>
            <a:prstDash val="solid"/>
          </a:ln>
        </p:spPr>
      </p:sp>
      <p:sp>
        <p:nvSpPr>
          <p:cNvPr id="47" name="">
            <a:extLst xmlns:a="http://schemas.openxmlformats.org/drawingml/2006/main">
              <a:ext uri="{FF2B5EF4-FFF2-40B4-BE49-F238E27FC236}">
                <a16:creationId xmlns:a16="http://schemas.microsoft.com/office/drawing/2014/main" id="{F518BA14-F8DD-4DEF-83D1-EE467645E1E8}"/>
              </a:ext>
            </a:extLst>
          </p:cNvPr>
          <p:cNvSpPr>
            <a:spLocks xmlns:a="http://schemas.openxmlformats.org/drawingml/2006/main" noGrp="1"/>
          </p:cNvSpPr>
          <p:nvPr/>
        </p:nvSpPr>
        <p:spPr>
          <a:xfrm xmlns:a="http://schemas.openxmlformats.org/drawingml/2006/main">
            <a:off x="9353550" y="2228850"/>
            <a:ext cx="2133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75" b="0">
                <a:solidFill>
                  <a:srgbClr val="102A43"/>
                </a:solidFill>
              </a:defRPr>
            </a:pPr>
            <a:r>
              <a:rPr sz="1575" b="0">
                <a:solidFill>
                  <a:srgbClr val="102A43"/>
                </a:solidFill>
              </a:rPr>
              <a:t>Math and failure models</a:t>
            </a:r>
          </a:p>
        </p:txBody>
      </p:sp>
      <p:sp>
        <p:nvSpPr>
          <p:cNvPr id="48" name="">
            <a:extLst xmlns:a="http://schemas.openxmlformats.org/drawingml/2006/main">
              <a:ext uri="{FF2B5EF4-FFF2-40B4-BE49-F238E27FC236}">
                <a16:creationId xmlns:a16="http://schemas.microsoft.com/office/drawing/2014/main" id="{A4646320-AA1E-4DF5-9EB4-529FFF1C362A}"/>
              </a:ext>
            </a:extLst>
          </p:cNvPr>
          <p:cNvSpPr>
            <a:spLocks xmlns:a="http://schemas.openxmlformats.org/drawingml/2006/main" noGrp="1"/>
          </p:cNvSpPr>
          <p:nvPr/>
        </p:nvSpPr>
        <p:spPr>
          <a:xfrm xmlns:a="http://schemas.openxmlformats.org/drawingml/2006/main">
            <a:off x="9124950" y="2990850"/>
            <a:ext cx="95250" cy="95250"/>
          </a:xfrm>
          <a:prstGeom xmlns:a="http://schemas.openxmlformats.org/drawingml/2006/main" prst="rect">
            <a:avLst/>
          </a:prstGeom>
          <a:solidFill xmlns:a="http://schemas.openxmlformats.org/drawingml/2006/main">
            <a:srgbClr val="79A817"/>
          </a:solidFill>
          <a:ln xmlns:a="http://schemas.openxmlformats.org/drawingml/2006/main" w="0">
            <a:noFill/>
            <a:prstDash val="solid"/>
          </a:ln>
        </p:spPr>
      </p:sp>
      <p:sp>
        <p:nvSpPr>
          <p:cNvPr id="49" name="">
            <a:extLst xmlns:a="http://schemas.openxmlformats.org/drawingml/2006/main">
              <a:ext uri="{FF2B5EF4-FFF2-40B4-BE49-F238E27FC236}">
                <a16:creationId xmlns:a16="http://schemas.microsoft.com/office/drawing/2014/main" id="{353AE352-2400-483C-88B9-8031F3D77CB5}"/>
              </a:ext>
            </a:extLst>
          </p:cNvPr>
          <p:cNvSpPr>
            <a:spLocks xmlns:a="http://schemas.openxmlformats.org/drawingml/2006/main" noGrp="1"/>
          </p:cNvSpPr>
          <p:nvPr/>
        </p:nvSpPr>
        <p:spPr>
          <a:xfrm xmlns:a="http://schemas.openxmlformats.org/drawingml/2006/main">
            <a:off x="9353550" y="2876550"/>
            <a:ext cx="2133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75" b="0">
                <a:solidFill>
                  <a:srgbClr val="102A43"/>
                </a:solidFill>
              </a:defRPr>
            </a:pPr>
            <a:r>
              <a:rPr sz="1575" b="0">
                <a:solidFill>
                  <a:srgbClr val="102A43"/>
                </a:solidFill>
              </a:rPr>
              <a:t>Stop/go test rules</a:t>
            </a:r>
          </a:p>
        </p:txBody>
      </p:sp>
      <p:sp>
        <p:nvSpPr>
          <p:cNvPr id="50" name="">
            <a:extLst xmlns:a="http://schemas.openxmlformats.org/drawingml/2006/main">
              <a:ext uri="{FF2B5EF4-FFF2-40B4-BE49-F238E27FC236}">
                <a16:creationId xmlns:a16="http://schemas.microsoft.com/office/drawing/2014/main" id="{3AD40FD2-70D0-4699-BC67-FDBDDCADC393}"/>
              </a:ext>
            </a:extLst>
          </p:cNvPr>
          <p:cNvSpPr>
            <a:spLocks xmlns:a="http://schemas.openxmlformats.org/drawingml/2006/main" noGrp="1"/>
          </p:cNvSpPr>
          <p:nvPr/>
        </p:nvSpPr>
        <p:spPr>
          <a:xfrm xmlns:a="http://schemas.openxmlformats.org/drawingml/2006/main">
            <a:off x="9124950" y="3638550"/>
            <a:ext cx="95250" cy="95250"/>
          </a:xfrm>
          <a:prstGeom xmlns:a="http://schemas.openxmlformats.org/drawingml/2006/main" prst="rect">
            <a:avLst/>
          </a:prstGeom>
          <a:solidFill xmlns:a="http://schemas.openxmlformats.org/drawingml/2006/main">
            <a:srgbClr val="79A817"/>
          </a:solidFill>
          <a:ln xmlns:a="http://schemas.openxmlformats.org/drawingml/2006/main" w="0">
            <a:noFill/>
            <a:prstDash val="solid"/>
          </a:ln>
        </p:spPr>
      </p:sp>
      <p:sp>
        <p:nvSpPr>
          <p:cNvPr id="51" name="">
            <a:extLst xmlns:a="http://schemas.openxmlformats.org/drawingml/2006/main">
              <a:ext uri="{FF2B5EF4-FFF2-40B4-BE49-F238E27FC236}">
                <a16:creationId xmlns:a16="http://schemas.microsoft.com/office/drawing/2014/main" id="{34E68A0A-FAE3-4D1B-A230-3C516520BC7E}"/>
              </a:ext>
            </a:extLst>
          </p:cNvPr>
          <p:cNvSpPr>
            <a:spLocks xmlns:a="http://schemas.openxmlformats.org/drawingml/2006/main" noGrp="1"/>
          </p:cNvSpPr>
          <p:nvPr/>
        </p:nvSpPr>
        <p:spPr>
          <a:xfrm xmlns:a="http://schemas.openxmlformats.org/drawingml/2006/main">
            <a:off x="9353550" y="3524250"/>
            <a:ext cx="2133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75" b="0">
                <a:solidFill>
                  <a:srgbClr val="102A43"/>
                </a:solidFill>
              </a:defRPr>
            </a:pPr>
            <a:r>
              <a:rPr sz="1575" b="0">
                <a:solidFill>
                  <a:srgbClr val="102A43"/>
                </a:solidFill>
              </a:rPr>
              <a:t>ARC evidence tracking</a:t>
            </a:r>
          </a:p>
        </p:txBody>
      </p:sp>
      <p:sp>
        <p:nvSpPr>
          <p:cNvPr id="52" name="">
            <a:extLst xmlns:a="http://schemas.openxmlformats.org/drawingml/2006/main">
              <a:ext uri="{FF2B5EF4-FFF2-40B4-BE49-F238E27FC236}">
                <a16:creationId xmlns:a16="http://schemas.microsoft.com/office/drawing/2014/main" id="{42ADA8F1-F9EA-4972-9A78-E68E2CCCE427}"/>
              </a:ext>
            </a:extLst>
          </p:cNvPr>
          <p:cNvSpPr>
            <a:spLocks xmlns:a="http://schemas.openxmlformats.org/drawingml/2006/main" noGrp="1"/>
          </p:cNvSpPr>
          <p:nvPr/>
        </p:nvSpPr>
        <p:spPr>
          <a:xfrm xmlns:a="http://schemas.openxmlformats.org/drawingml/2006/main">
            <a:off x="9124950" y="4286250"/>
            <a:ext cx="95250" cy="95250"/>
          </a:xfrm>
          <a:prstGeom xmlns:a="http://schemas.openxmlformats.org/drawingml/2006/main" prst="rect">
            <a:avLst/>
          </a:prstGeom>
          <a:solidFill xmlns:a="http://schemas.openxmlformats.org/drawingml/2006/main">
            <a:srgbClr val="79A817"/>
          </a:solidFill>
          <a:ln xmlns:a="http://schemas.openxmlformats.org/drawingml/2006/main" w="0">
            <a:noFill/>
            <a:prstDash val="solid"/>
          </a:ln>
        </p:spPr>
      </p:sp>
      <p:sp>
        <p:nvSpPr>
          <p:cNvPr id="53" name="">
            <a:extLst xmlns:a="http://schemas.openxmlformats.org/drawingml/2006/main">
              <a:ext uri="{FF2B5EF4-FFF2-40B4-BE49-F238E27FC236}">
                <a16:creationId xmlns:a16="http://schemas.microsoft.com/office/drawing/2014/main" id="{8A7DD52B-DCE4-4524-AF27-7B3C790440BB}"/>
              </a:ext>
            </a:extLst>
          </p:cNvPr>
          <p:cNvSpPr>
            <a:spLocks xmlns:a="http://schemas.openxmlformats.org/drawingml/2006/main" noGrp="1"/>
          </p:cNvSpPr>
          <p:nvPr/>
        </p:nvSpPr>
        <p:spPr>
          <a:xfrm xmlns:a="http://schemas.openxmlformats.org/drawingml/2006/main">
            <a:off x="9353550" y="4171950"/>
            <a:ext cx="2133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75" b="0">
                <a:solidFill>
                  <a:srgbClr val="102A43"/>
                </a:solidFill>
              </a:defRPr>
            </a:pPr>
            <a:r>
              <a:rPr sz="1575" b="0">
                <a:solidFill>
                  <a:srgbClr val="102A43"/>
                </a:solidFill>
              </a:rPr>
              <a:t>Build and inspection steps</a:t>
            </a:r>
          </a:p>
        </p:txBody>
      </p:sp>
      <p:sp>
        <p:nvSpPr>
          <p:cNvPr id="54" name="">
            <a:extLst xmlns:a="http://schemas.openxmlformats.org/drawingml/2006/main">
              <a:ext uri="{FF2B5EF4-FFF2-40B4-BE49-F238E27FC236}">
                <a16:creationId xmlns:a16="http://schemas.microsoft.com/office/drawing/2014/main" id="{F62A0FAD-E074-4A5E-91DF-14927F7CC5B8}"/>
              </a:ext>
            </a:extLst>
          </p:cNvPr>
          <p:cNvSpPr>
            <a:spLocks xmlns:a="http://schemas.openxmlformats.org/drawingml/2006/main" noGrp="1"/>
          </p:cNvSpPr>
          <p:nvPr/>
        </p:nvSpPr>
        <p:spPr>
          <a:xfrm xmlns:a="http://schemas.openxmlformats.org/drawingml/2006/main">
            <a:off x="609600" y="6419850"/>
            <a:ext cx="666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26575"/>
                </a:solidFill>
              </a:defRPr>
            </a:pPr>
            <a:r>
              <a:rPr sz="900" b="1">
                <a:solidFill>
                  <a:srgbClr val="526575"/>
                </a:solidFill>
              </a:rPr>
              <a:t>CRTFE P2  |  CONCEPT ONLY - NOT FLIGHT READY</a:t>
            </a:r>
          </a:p>
        </p:txBody>
      </p:sp>
      <p:sp>
        <p:nvSpPr>
          <p:cNvPr id="55" name="">
            <a:extLst xmlns:a="http://schemas.openxmlformats.org/drawingml/2006/main">
              <a:ext uri="{FF2B5EF4-FFF2-40B4-BE49-F238E27FC236}">
                <a16:creationId xmlns:a16="http://schemas.microsoft.com/office/drawing/2014/main" id="{3AE3AC01-5FFE-406B-83E1-51836D93BA23}"/>
              </a:ext>
            </a:extLst>
          </p:cNvPr>
          <p:cNvSpPr>
            <a:spLocks xmlns:a="http://schemas.openxmlformats.org/drawingml/2006/main" noGrp="1"/>
          </p:cNvSpPr>
          <p:nvPr/>
        </p:nvSpPr>
        <p:spPr>
          <a:xfrm xmlns:a="http://schemas.openxmlformats.org/drawingml/2006/main">
            <a:off x="7810500" y="6419850"/>
            <a:ext cx="3771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900" b="0">
                <a:solidFill>
                  <a:srgbClr val="526575"/>
                </a:solidFill>
              </a:defRPr>
            </a:pPr>
            <a:r>
              <a:rPr sz="900" b="0">
                <a:solidFill>
                  <a:srgbClr val="526575"/>
                </a:solidFill>
              </a:rPr>
              <a:t>Dorian Martin-Smith  |  Lawton, Oklahoma</a:t>
            </a:r>
          </a:p>
        </p:txBody>
      </p:sp>
    </p:spTree>
    <p:extLst>
      <p:ext uri="{BB962C8B-B14F-4D97-AF65-F5344CB8AC3E}">
        <p14:creationId xmlns:p14="http://schemas.microsoft.com/office/powerpoint/2010/main" val="1887655043"/>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5" name="">
            <a:extLst xmlns:a="http://schemas.openxmlformats.org/drawingml/2006/main">
              <a:ext uri="{FF2B5EF4-FFF2-40B4-BE49-F238E27FC236}">
                <a16:creationId xmlns:a16="http://schemas.microsoft.com/office/drawing/2014/main" id="{40A74425-9E12-4029-AB1D-714B170398BF}"/>
              </a:ext>
            </a:extLst>
          </p:cNvPr>
          <p:cNvSpPr>
            <a:spLocks xmlns:a="http://schemas.openxmlformats.org/drawingml/2006/main" noGrp="1"/>
          </p:cNvSpPr>
          <p:nvPr/>
        </p:nvSpPr>
        <p:spPr>
          <a:xfrm xmlns:a="http://schemas.openxmlformats.org/drawingml/2006/main">
            <a:off x="0" y="0"/>
            <a:ext cx="9525" cy="6858000"/>
          </a:xfrm>
          <a:prstGeom xmlns:a="http://schemas.openxmlformats.org/drawingml/2006/main" prst="rect">
            <a:avLst/>
          </a:prstGeom>
          <a:solidFill xmlns:a="http://schemas.openxmlformats.org/drawingml/2006/main">
            <a:srgbClr val="C9DDF2"/>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2C938639-AB8E-424C-9363-78E4D99AEB3F}"/>
              </a:ext>
            </a:extLst>
          </p:cNvPr>
          <p:cNvSpPr>
            <a:spLocks xmlns:a="http://schemas.openxmlformats.org/drawingml/2006/main" noGrp="1"/>
          </p:cNvSpPr>
          <p:nvPr/>
        </p:nvSpPr>
        <p:spPr>
          <a:xfrm xmlns:a="http://schemas.openxmlformats.org/drawingml/2006/main">
            <a:off x="609600" y="0"/>
            <a:ext cx="9525" cy="6858000"/>
          </a:xfrm>
          <a:prstGeom xmlns:a="http://schemas.openxmlformats.org/drawingml/2006/main" prst="rect">
            <a:avLst/>
          </a:prstGeom>
          <a:solidFill xmlns:a="http://schemas.openxmlformats.org/drawingml/2006/main">
            <a:srgbClr val="C9DDF2"/>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10F415A5-9FA7-4790-AA52-F3B106D3A008}"/>
              </a:ext>
            </a:extLst>
          </p:cNvPr>
          <p:cNvSpPr>
            <a:spLocks xmlns:a="http://schemas.openxmlformats.org/drawingml/2006/main" noGrp="1"/>
          </p:cNvSpPr>
          <p:nvPr/>
        </p:nvSpPr>
        <p:spPr>
          <a:xfrm xmlns:a="http://schemas.openxmlformats.org/drawingml/2006/main">
            <a:off x="1219200" y="0"/>
            <a:ext cx="9525" cy="6858000"/>
          </a:xfrm>
          <a:prstGeom xmlns:a="http://schemas.openxmlformats.org/drawingml/2006/main" prst="rect">
            <a:avLst/>
          </a:prstGeom>
          <a:solidFill xmlns:a="http://schemas.openxmlformats.org/drawingml/2006/main">
            <a:srgbClr val="C9DDF2"/>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F54E826D-F253-4DC9-BC81-A39BCF0427D2}"/>
              </a:ext>
            </a:extLst>
          </p:cNvPr>
          <p:cNvSpPr>
            <a:spLocks xmlns:a="http://schemas.openxmlformats.org/drawingml/2006/main" noGrp="1"/>
          </p:cNvSpPr>
          <p:nvPr/>
        </p:nvSpPr>
        <p:spPr>
          <a:xfrm xmlns:a="http://schemas.openxmlformats.org/drawingml/2006/main">
            <a:off x="1828800" y="0"/>
            <a:ext cx="9525" cy="6858000"/>
          </a:xfrm>
          <a:prstGeom xmlns:a="http://schemas.openxmlformats.org/drawingml/2006/main" prst="rect">
            <a:avLst/>
          </a:prstGeom>
          <a:solidFill xmlns:a="http://schemas.openxmlformats.org/drawingml/2006/main">
            <a:srgbClr val="C9DDF2"/>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FE751D4C-C523-4DAE-A320-7B58595543CE}"/>
              </a:ext>
            </a:extLst>
          </p:cNvPr>
          <p:cNvSpPr>
            <a:spLocks xmlns:a="http://schemas.openxmlformats.org/drawingml/2006/main" noGrp="1"/>
          </p:cNvSpPr>
          <p:nvPr/>
        </p:nvSpPr>
        <p:spPr>
          <a:xfrm xmlns:a="http://schemas.openxmlformats.org/drawingml/2006/main">
            <a:off x="2438400" y="0"/>
            <a:ext cx="9525" cy="6858000"/>
          </a:xfrm>
          <a:prstGeom xmlns:a="http://schemas.openxmlformats.org/drawingml/2006/main" prst="rect">
            <a:avLst/>
          </a:prstGeom>
          <a:solidFill xmlns:a="http://schemas.openxmlformats.org/drawingml/2006/main">
            <a:srgbClr val="C9DDF2"/>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8121BBD9-F22D-4114-B6D9-759E8FF2D131}"/>
              </a:ext>
            </a:extLst>
          </p:cNvPr>
          <p:cNvSpPr>
            <a:spLocks xmlns:a="http://schemas.openxmlformats.org/drawingml/2006/main" noGrp="1"/>
          </p:cNvSpPr>
          <p:nvPr/>
        </p:nvSpPr>
        <p:spPr>
          <a:xfrm xmlns:a="http://schemas.openxmlformats.org/drawingml/2006/main">
            <a:off x="3048000" y="0"/>
            <a:ext cx="9525" cy="6858000"/>
          </a:xfrm>
          <a:prstGeom xmlns:a="http://schemas.openxmlformats.org/drawingml/2006/main" prst="rect">
            <a:avLst/>
          </a:prstGeom>
          <a:solidFill xmlns:a="http://schemas.openxmlformats.org/drawingml/2006/main">
            <a:srgbClr val="C9DDF2"/>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4600CD3B-6E9A-40D5-AD99-5318FF39D663}"/>
              </a:ext>
            </a:extLst>
          </p:cNvPr>
          <p:cNvSpPr>
            <a:spLocks xmlns:a="http://schemas.openxmlformats.org/drawingml/2006/main" noGrp="1"/>
          </p:cNvSpPr>
          <p:nvPr/>
        </p:nvSpPr>
        <p:spPr>
          <a:xfrm xmlns:a="http://schemas.openxmlformats.org/drawingml/2006/main">
            <a:off x="3657600" y="0"/>
            <a:ext cx="9525" cy="6858000"/>
          </a:xfrm>
          <a:prstGeom xmlns:a="http://schemas.openxmlformats.org/drawingml/2006/main" prst="rect">
            <a:avLst/>
          </a:prstGeom>
          <a:solidFill xmlns:a="http://schemas.openxmlformats.org/drawingml/2006/main">
            <a:srgbClr val="C9DDF2"/>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AB24EA26-AB7A-433C-8E78-BFDDFFA18E6F}"/>
              </a:ext>
            </a:extLst>
          </p:cNvPr>
          <p:cNvSpPr>
            <a:spLocks xmlns:a="http://schemas.openxmlformats.org/drawingml/2006/main" noGrp="1"/>
          </p:cNvSpPr>
          <p:nvPr/>
        </p:nvSpPr>
        <p:spPr>
          <a:xfrm xmlns:a="http://schemas.openxmlformats.org/drawingml/2006/main">
            <a:off x="4267200" y="0"/>
            <a:ext cx="9525" cy="6858000"/>
          </a:xfrm>
          <a:prstGeom xmlns:a="http://schemas.openxmlformats.org/drawingml/2006/main" prst="rect">
            <a:avLst/>
          </a:prstGeom>
          <a:solidFill xmlns:a="http://schemas.openxmlformats.org/drawingml/2006/main">
            <a:srgbClr val="C9DDF2"/>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1165C606-FFDB-455B-8E9A-E8D625710F3F}"/>
              </a:ext>
            </a:extLst>
          </p:cNvPr>
          <p:cNvSpPr>
            <a:spLocks xmlns:a="http://schemas.openxmlformats.org/drawingml/2006/main" noGrp="1"/>
          </p:cNvSpPr>
          <p:nvPr/>
        </p:nvSpPr>
        <p:spPr>
          <a:xfrm xmlns:a="http://schemas.openxmlformats.org/drawingml/2006/main">
            <a:off x="4876800" y="0"/>
            <a:ext cx="9525" cy="6858000"/>
          </a:xfrm>
          <a:prstGeom xmlns:a="http://schemas.openxmlformats.org/drawingml/2006/main" prst="rect">
            <a:avLst/>
          </a:prstGeom>
          <a:solidFill xmlns:a="http://schemas.openxmlformats.org/drawingml/2006/main">
            <a:srgbClr val="C9DDF2"/>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30C71404-1076-4199-AD44-49E853E79006}"/>
              </a:ext>
            </a:extLst>
          </p:cNvPr>
          <p:cNvSpPr>
            <a:spLocks xmlns:a="http://schemas.openxmlformats.org/drawingml/2006/main" noGrp="1"/>
          </p:cNvSpPr>
          <p:nvPr/>
        </p:nvSpPr>
        <p:spPr>
          <a:xfrm xmlns:a="http://schemas.openxmlformats.org/drawingml/2006/main">
            <a:off x="5486400" y="0"/>
            <a:ext cx="9525" cy="6858000"/>
          </a:xfrm>
          <a:prstGeom xmlns:a="http://schemas.openxmlformats.org/drawingml/2006/main" prst="rect">
            <a:avLst/>
          </a:prstGeom>
          <a:solidFill xmlns:a="http://schemas.openxmlformats.org/drawingml/2006/main">
            <a:srgbClr val="C9DDF2"/>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3578F99B-B6B8-4970-949B-3E37872D351B}"/>
              </a:ext>
            </a:extLst>
          </p:cNvPr>
          <p:cNvSpPr>
            <a:spLocks xmlns:a="http://schemas.openxmlformats.org/drawingml/2006/main" noGrp="1"/>
          </p:cNvSpPr>
          <p:nvPr/>
        </p:nvSpPr>
        <p:spPr>
          <a:xfrm xmlns:a="http://schemas.openxmlformats.org/drawingml/2006/main">
            <a:off x="6096000" y="0"/>
            <a:ext cx="9525" cy="6858000"/>
          </a:xfrm>
          <a:prstGeom xmlns:a="http://schemas.openxmlformats.org/drawingml/2006/main" prst="rect">
            <a:avLst/>
          </a:prstGeom>
          <a:solidFill xmlns:a="http://schemas.openxmlformats.org/drawingml/2006/main">
            <a:srgbClr val="C9DDF2"/>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64EAFF03-2AD5-49E7-BF6E-5CFC5A88053A}"/>
              </a:ext>
            </a:extLst>
          </p:cNvPr>
          <p:cNvSpPr>
            <a:spLocks xmlns:a="http://schemas.openxmlformats.org/drawingml/2006/main" noGrp="1"/>
          </p:cNvSpPr>
          <p:nvPr/>
        </p:nvSpPr>
        <p:spPr>
          <a:xfrm xmlns:a="http://schemas.openxmlformats.org/drawingml/2006/main">
            <a:off x="6705600" y="0"/>
            <a:ext cx="9525" cy="6858000"/>
          </a:xfrm>
          <a:prstGeom xmlns:a="http://schemas.openxmlformats.org/drawingml/2006/main" prst="rect">
            <a:avLst/>
          </a:prstGeom>
          <a:solidFill xmlns:a="http://schemas.openxmlformats.org/drawingml/2006/main">
            <a:srgbClr val="C9DDF2"/>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0F05EA15-87AA-4F94-BF5F-58DBC3268CEF}"/>
              </a:ext>
            </a:extLst>
          </p:cNvPr>
          <p:cNvSpPr>
            <a:spLocks xmlns:a="http://schemas.openxmlformats.org/drawingml/2006/main" noGrp="1"/>
          </p:cNvSpPr>
          <p:nvPr/>
        </p:nvSpPr>
        <p:spPr>
          <a:xfrm xmlns:a="http://schemas.openxmlformats.org/drawingml/2006/main">
            <a:off x="7315200" y="0"/>
            <a:ext cx="9525" cy="6858000"/>
          </a:xfrm>
          <a:prstGeom xmlns:a="http://schemas.openxmlformats.org/drawingml/2006/main" prst="rect">
            <a:avLst/>
          </a:prstGeom>
          <a:solidFill xmlns:a="http://schemas.openxmlformats.org/drawingml/2006/main">
            <a:srgbClr val="C9DDF2"/>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84D4AD72-C346-4418-A228-40E3EA62DB35}"/>
              </a:ext>
            </a:extLst>
          </p:cNvPr>
          <p:cNvSpPr>
            <a:spLocks xmlns:a="http://schemas.openxmlformats.org/drawingml/2006/main" noGrp="1"/>
          </p:cNvSpPr>
          <p:nvPr/>
        </p:nvSpPr>
        <p:spPr>
          <a:xfrm xmlns:a="http://schemas.openxmlformats.org/drawingml/2006/main">
            <a:off x="7924800" y="0"/>
            <a:ext cx="9525" cy="6858000"/>
          </a:xfrm>
          <a:prstGeom xmlns:a="http://schemas.openxmlformats.org/drawingml/2006/main" prst="rect">
            <a:avLst/>
          </a:prstGeom>
          <a:solidFill xmlns:a="http://schemas.openxmlformats.org/drawingml/2006/main">
            <a:srgbClr val="C9DDF2"/>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AA1E8B65-5A3D-45FA-B439-3A0A47322CA3}"/>
              </a:ext>
            </a:extLst>
          </p:cNvPr>
          <p:cNvSpPr>
            <a:spLocks xmlns:a="http://schemas.openxmlformats.org/drawingml/2006/main" noGrp="1"/>
          </p:cNvSpPr>
          <p:nvPr/>
        </p:nvSpPr>
        <p:spPr>
          <a:xfrm xmlns:a="http://schemas.openxmlformats.org/drawingml/2006/main">
            <a:off x="8534400" y="0"/>
            <a:ext cx="9525" cy="6858000"/>
          </a:xfrm>
          <a:prstGeom xmlns:a="http://schemas.openxmlformats.org/drawingml/2006/main" prst="rect">
            <a:avLst/>
          </a:prstGeom>
          <a:solidFill xmlns:a="http://schemas.openxmlformats.org/drawingml/2006/main">
            <a:srgbClr val="C9DDF2"/>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5AFA06E4-BAED-4BEC-AB54-D43AACDACB72}"/>
              </a:ext>
            </a:extLst>
          </p:cNvPr>
          <p:cNvSpPr>
            <a:spLocks xmlns:a="http://schemas.openxmlformats.org/drawingml/2006/main" noGrp="1"/>
          </p:cNvSpPr>
          <p:nvPr/>
        </p:nvSpPr>
        <p:spPr>
          <a:xfrm xmlns:a="http://schemas.openxmlformats.org/drawingml/2006/main">
            <a:off x="9144000" y="0"/>
            <a:ext cx="9525" cy="6858000"/>
          </a:xfrm>
          <a:prstGeom xmlns:a="http://schemas.openxmlformats.org/drawingml/2006/main" prst="rect">
            <a:avLst/>
          </a:prstGeom>
          <a:solidFill xmlns:a="http://schemas.openxmlformats.org/drawingml/2006/main">
            <a:srgbClr val="C9DDF2"/>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1234E639-4404-451C-99F8-506B71F8DC71}"/>
              </a:ext>
            </a:extLst>
          </p:cNvPr>
          <p:cNvSpPr>
            <a:spLocks xmlns:a="http://schemas.openxmlformats.org/drawingml/2006/main" noGrp="1"/>
          </p:cNvSpPr>
          <p:nvPr/>
        </p:nvSpPr>
        <p:spPr>
          <a:xfrm xmlns:a="http://schemas.openxmlformats.org/drawingml/2006/main">
            <a:off x="9753600" y="0"/>
            <a:ext cx="9525" cy="6858000"/>
          </a:xfrm>
          <a:prstGeom xmlns:a="http://schemas.openxmlformats.org/drawingml/2006/main" prst="rect">
            <a:avLst/>
          </a:prstGeom>
          <a:solidFill xmlns:a="http://schemas.openxmlformats.org/drawingml/2006/main">
            <a:srgbClr val="C9DDF2"/>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0C8A70DF-5935-4E90-B475-47A704A4BD4B}"/>
              </a:ext>
            </a:extLst>
          </p:cNvPr>
          <p:cNvSpPr>
            <a:spLocks xmlns:a="http://schemas.openxmlformats.org/drawingml/2006/main" noGrp="1"/>
          </p:cNvSpPr>
          <p:nvPr/>
        </p:nvSpPr>
        <p:spPr>
          <a:xfrm xmlns:a="http://schemas.openxmlformats.org/drawingml/2006/main">
            <a:off x="10363200" y="0"/>
            <a:ext cx="9525" cy="6858000"/>
          </a:xfrm>
          <a:prstGeom xmlns:a="http://schemas.openxmlformats.org/drawingml/2006/main" prst="rect">
            <a:avLst/>
          </a:prstGeom>
          <a:solidFill xmlns:a="http://schemas.openxmlformats.org/drawingml/2006/main">
            <a:srgbClr val="C9DDF2"/>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D5ED47AD-5DC2-43BE-98E4-5E0AA63AE8CF}"/>
              </a:ext>
            </a:extLst>
          </p:cNvPr>
          <p:cNvSpPr>
            <a:spLocks xmlns:a="http://schemas.openxmlformats.org/drawingml/2006/main" noGrp="1"/>
          </p:cNvSpPr>
          <p:nvPr/>
        </p:nvSpPr>
        <p:spPr>
          <a:xfrm xmlns:a="http://schemas.openxmlformats.org/drawingml/2006/main">
            <a:off x="10972800" y="0"/>
            <a:ext cx="9525" cy="6858000"/>
          </a:xfrm>
          <a:prstGeom xmlns:a="http://schemas.openxmlformats.org/drawingml/2006/main" prst="rect">
            <a:avLst/>
          </a:prstGeom>
          <a:solidFill xmlns:a="http://schemas.openxmlformats.org/drawingml/2006/main">
            <a:srgbClr val="C9DDF2"/>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9151778B-51E0-4009-865D-548AAD6089B2}"/>
              </a:ext>
            </a:extLst>
          </p:cNvPr>
          <p:cNvSpPr>
            <a:spLocks xmlns:a="http://schemas.openxmlformats.org/drawingml/2006/main" noGrp="1"/>
          </p:cNvSpPr>
          <p:nvPr/>
        </p:nvSpPr>
        <p:spPr>
          <a:xfrm xmlns:a="http://schemas.openxmlformats.org/drawingml/2006/main">
            <a:off x="11582400" y="0"/>
            <a:ext cx="9525" cy="6858000"/>
          </a:xfrm>
          <a:prstGeom xmlns:a="http://schemas.openxmlformats.org/drawingml/2006/main" prst="rect">
            <a:avLst/>
          </a:prstGeom>
          <a:solidFill xmlns:a="http://schemas.openxmlformats.org/drawingml/2006/main">
            <a:srgbClr val="C9DDF2"/>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52268E03-9284-456E-90CA-F495CEF45552}"/>
              </a:ext>
            </a:extLst>
          </p:cNvPr>
          <p:cNvSpPr>
            <a:spLocks xmlns:a="http://schemas.openxmlformats.org/drawingml/2006/main" noGrp="1"/>
          </p:cNvSpPr>
          <p:nvPr/>
        </p:nvSpPr>
        <p:spPr>
          <a:xfrm xmlns:a="http://schemas.openxmlformats.org/drawingml/2006/main">
            <a:off x="12192000" y="0"/>
            <a:ext cx="9525" cy="6858000"/>
          </a:xfrm>
          <a:prstGeom xmlns:a="http://schemas.openxmlformats.org/drawingml/2006/main" prst="rect">
            <a:avLst/>
          </a:prstGeom>
          <a:solidFill xmlns:a="http://schemas.openxmlformats.org/drawingml/2006/main">
            <a:srgbClr val="C9DDF2"/>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F0ED3FDE-9372-4421-86AA-8D7874648F9E}"/>
              </a:ext>
            </a:extLst>
          </p:cNvPr>
          <p:cNvSpPr>
            <a:spLocks xmlns:a="http://schemas.openxmlformats.org/drawingml/2006/main" noGrp="1"/>
          </p:cNvSpPr>
          <p:nvPr/>
        </p:nvSpPr>
        <p:spPr>
          <a:xfrm xmlns:a="http://schemas.openxmlformats.org/drawingml/2006/main">
            <a:off x="0" y="0"/>
            <a:ext cx="12192000" cy="9525"/>
          </a:xfrm>
          <a:prstGeom xmlns:a="http://schemas.openxmlformats.org/drawingml/2006/main" prst="rect">
            <a:avLst/>
          </a:prstGeom>
          <a:solidFill xmlns:a="http://schemas.openxmlformats.org/drawingml/2006/main">
            <a:srgbClr val="C9DDF2"/>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B5ADCC1D-5E02-4579-B4B1-5B324146571B}"/>
              </a:ext>
            </a:extLst>
          </p:cNvPr>
          <p:cNvSpPr>
            <a:spLocks xmlns:a="http://schemas.openxmlformats.org/drawingml/2006/main" noGrp="1"/>
          </p:cNvSpPr>
          <p:nvPr/>
        </p:nvSpPr>
        <p:spPr>
          <a:xfrm xmlns:a="http://schemas.openxmlformats.org/drawingml/2006/main">
            <a:off x="0" y="609600"/>
            <a:ext cx="12192000" cy="9525"/>
          </a:xfrm>
          <a:prstGeom xmlns:a="http://schemas.openxmlformats.org/drawingml/2006/main" prst="rect">
            <a:avLst/>
          </a:prstGeom>
          <a:solidFill xmlns:a="http://schemas.openxmlformats.org/drawingml/2006/main">
            <a:srgbClr val="C9DDF2"/>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1FA071E0-954E-4B21-BC6D-17F29E3285D6}"/>
              </a:ext>
            </a:extLst>
          </p:cNvPr>
          <p:cNvSpPr>
            <a:spLocks xmlns:a="http://schemas.openxmlformats.org/drawingml/2006/main" noGrp="1"/>
          </p:cNvSpPr>
          <p:nvPr/>
        </p:nvSpPr>
        <p:spPr>
          <a:xfrm xmlns:a="http://schemas.openxmlformats.org/drawingml/2006/main">
            <a:off x="0" y="1219200"/>
            <a:ext cx="12192000" cy="9525"/>
          </a:xfrm>
          <a:prstGeom xmlns:a="http://schemas.openxmlformats.org/drawingml/2006/main" prst="rect">
            <a:avLst/>
          </a:prstGeom>
          <a:solidFill xmlns:a="http://schemas.openxmlformats.org/drawingml/2006/main">
            <a:srgbClr val="C9DDF2"/>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EF9C842F-CB40-4CC5-B141-ECE8E207BC3E}"/>
              </a:ext>
            </a:extLst>
          </p:cNvPr>
          <p:cNvSpPr>
            <a:spLocks xmlns:a="http://schemas.openxmlformats.org/drawingml/2006/main" noGrp="1"/>
          </p:cNvSpPr>
          <p:nvPr/>
        </p:nvSpPr>
        <p:spPr>
          <a:xfrm xmlns:a="http://schemas.openxmlformats.org/drawingml/2006/main">
            <a:off x="0" y="1828800"/>
            <a:ext cx="12192000" cy="9525"/>
          </a:xfrm>
          <a:prstGeom xmlns:a="http://schemas.openxmlformats.org/drawingml/2006/main" prst="rect">
            <a:avLst/>
          </a:prstGeom>
          <a:solidFill xmlns:a="http://schemas.openxmlformats.org/drawingml/2006/main">
            <a:srgbClr val="C9DDF2"/>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62334B17-B89A-4237-AB0A-05F659CE4FB0}"/>
              </a:ext>
            </a:extLst>
          </p:cNvPr>
          <p:cNvSpPr>
            <a:spLocks xmlns:a="http://schemas.openxmlformats.org/drawingml/2006/main" noGrp="1"/>
          </p:cNvSpPr>
          <p:nvPr/>
        </p:nvSpPr>
        <p:spPr>
          <a:xfrm xmlns:a="http://schemas.openxmlformats.org/drawingml/2006/main">
            <a:off x="0" y="2438400"/>
            <a:ext cx="12192000" cy="9525"/>
          </a:xfrm>
          <a:prstGeom xmlns:a="http://schemas.openxmlformats.org/drawingml/2006/main" prst="rect">
            <a:avLst/>
          </a:prstGeom>
          <a:solidFill xmlns:a="http://schemas.openxmlformats.org/drawingml/2006/main">
            <a:srgbClr val="C9DDF2"/>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208F14E3-F1AC-416D-BB3C-8033C75CBA1F}"/>
              </a:ext>
            </a:extLst>
          </p:cNvPr>
          <p:cNvSpPr>
            <a:spLocks xmlns:a="http://schemas.openxmlformats.org/drawingml/2006/main" noGrp="1"/>
          </p:cNvSpPr>
          <p:nvPr/>
        </p:nvSpPr>
        <p:spPr>
          <a:xfrm xmlns:a="http://schemas.openxmlformats.org/drawingml/2006/main">
            <a:off x="0" y="3048000"/>
            <a:ext cx="12192000" cy="9525"/>
          </a:xfrm>
          <a:prstGeom xmlns:a="http://schemas.openxmlformats.org/drawingml/2006/main" prst="rect">
            <a:avLst/>
          </a:prstGeom>
          <a:solidFill xmlns:a="http://schemas.openxmlformats.org/drawingml/2006/main">
            <a:srgbClr val="C9DDF2"/>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F5567E3F-0C5D-4401-ACC2-8275E6B7B659}"/>
              </a:ext>
            </a:extLst>
          </p:cNvPr>
          <p:cNvSpPr>
            <a:spLocks xmlns:a="http://schemas.openxmlformats.org/drawingml/2006/main" noGrp="1"/>
          </p:cNvSpPr>
          <p:nvPr/>
        </p:nvSpPr>
        <p:spPr>
          <a:xfrm xmlns:a="http://schemas.openxmlformats.org/drawingml/2006/main">
            <a:off x="0" y="3657600"/>
            <a:ext cx="12192000" cy="9525"/>
          </a:xfrm>
          <a:prstGeom xmlns:a="http://schemas.openxmlformats.org/drawingml/2006/main" prst="rect">
            <a:avLst/>
          </a:prstGeom>
          <a:solidFill xmlns:a="http://schemas.openxmlformats.org/drawingml/2006/main">
            <a:srgbClr val="C9DDF2"/>
          </a:solidFill>
          <a:ln xmlns:a="http://schemas.openxmlformats.org/drawingml/2006/main" w="0">
            <a:noFill/>
            <a:prstDash val="solid"/>
          </a:ln>
        </p:spPr>
      </p:sp>
      <p:sp>
        <p:nvSpPr>
          <p:cNvPr id="29" name="">
            <a:extLst xmlns:a="http://schemas.openxmlformats.org/drawingml/2006/main">
              <a:ext uri="{FF2B5EF4-FFF2-40B4-BE49-F238E27FC236}">
                <a16:creationId xmlns:a16="http://schemas.microsoft.com/office/drawing/2014/main" id="{0AB3347E-3946-453D-9B0C-BDA6C2E949DC}"/>
              </a:ext>
            </a:extLst>
          </p:cNvPr>
          <p:cNvSpPr>
            <a:spLocks xmlns:a="http://schemas.openxmlformats.org/drawingml/2006/main" noGrp="1"/>
          </p:cNvSpPr>
          <p:nvPr/>
        </p:nvSpPr>
        <p:spPr>
          <a:xfrm xmlns:a="http://schemas.openxmlformats.org/drawingml/2006/main">
            <a:off x="0" y="4267200"/>
            <a:ext cx="12192000" cy="9525"/>
          </a:xfrm>
          <a:prstGeom xmlns:a="http://schemas.openxmlformats.org/drawingml/2006/main" prst="rect">
            <a:avLst/>
          </a:prstGeom>
          <a:solidFill xmlns:a="http://schemas.openxmlformats.org/drawingml/2006/main">
            <a:srgbClr val="C9DDF2"/>
          </a:solidFill>
          <a:ln xmlns:a="http://schemas.openxmlformats.org/drawingml/2006/main" w="0">
            <a:noFill/>
            <a:prstDash val="solid"/>
          </a:ln>
        </p:spPr>
      </p:sp>
      <p:sp>
        <p:nvSpPr>
          <p:cNvPr id="30" name="">
            <a:extLst xmlns:a="http://schemas.openxmlformats.org/drawingml/2006/main">
              <a:ext uri="{FF2B5EF4-FFF2-40B4-BE49-F238E27FC236}">
                <a16:creationId xmlns:a16="http://schemas.microsoft.com/office/drawing/2014/main" id="{C5C28CE5-BE43-4BC2-BDA7-9644B2CF4374}"/>
              </a:ext>
            </a:extLst>
          </p:cNvPr>
          <p:cNvSpPr>
            <a:spLocks xmlns:a="http://schemas.openxmlformats.org/drawingml/2006/main" noGrp="1"/>
          </p:cNvSpPr>
          <p:nvPr/>
        </p:nvSpPr>
        <p:spPr>
          <a:xfrm xmlns:a="http://schemas.openxmlformats.org/drawingml/2006/main">
            <a:off x="0" y="4876800"/>
            <a:ext cx="12192000" cy="9525"/>
          </a:xfrm>
          <a:prstGeom xmlns:a="http://schemas.openxmlformats.org/drawingml/2006/main" prst="rect">
            <a:avLst/>
          </a:prstGeom>
          <a:solidFill xmlns:a="http://schemas.openxmlformats.org/drawingml/2006/main">
            <a:srgbClr val="C9DDF2"/>
          </a:solidFill>
          <a:ln xmlns:a="http://schemas.openxmlformats.org/drawingml/2006/main" w="0">
            <a:noFill/>
            <a:prstDash val="solid"/>
          </a:ln>
        </p:spPr>
      </p:sp>
      <p:sp>
        <p:nvSpPr>
          <p:cNvPr id="31" name="">
            <a:extLst xmlns:a="http://schemas.openxmlformats.org/drawingml/2006/main">
              <a:ext uri="{FF2B5EF4-FFF2-40B4-BE49-F238E27FC236}">
                <a16:creationId xmlns:a16="http://schemas.microsoft.com/office/drawing/2014/main" id="{7D184E87-DB4A-443D-AFB6-D93766DEC1CC}"/>
              </a:ext>
            </a:extLst>
          </p:cNvPr>
          <p:cNvSpPr>
            <a:spLocks xmlns:a="http://schemas.openxmlformats.org/drawingml/2006/main" noGrp="1"/>
          </p:cNvSpPr>
          <p:nvPr/>
        </p:nvSpPr>
        <p:spPr>
          <a:xfrm xmlns:a="http://schemas.openxmlformats.org/drawingml/2006/main">
            <a:off x="0" y="5486400"/>
            <a:ext cx="12192000" cy="9525"/>
          </a:xfrm>
          <a:prstGeom xmlns:a="http://schemas.openxmlformats.org/drawingml/2006/main" prst="rect">
            <a:avLst/>
          </a:prstGeom>
          <a:solidFill xmlns:a="http://schemas.openxmlformats.org/drawingml/2006/main">
            <a:srgbClr val="C9DDF2"/>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1905624C-C0E8-42F8-BB18-B52EB7F4F4E6}"/>
              </a:ext>
            </a:extLst>
          </p:cNvPr>
          <p:cNvSpPr>
            <a:spLocks xmlns:a="http://schemas.openxmlformats.org/drawingml/2006/main" noGrp="1"/>
          </p:cNvSpPr>
          <p:nvPr/>
        </p:nvSpPr>
        <p:spPr>
          <a:xfrm xmlns:a="http://schemas.openxmlformats.org/drawingml/2006/main">
            <a:off x="0" y="6096000"/>
            <a:ext cx="12192000" cy="9525"/>
          </a:xfrm>
          <a:prstGeom xmlns:a="http://schemas.openxmlformats.org/drawingml/2006/main" prst="rect">
            <a:avLst/>
          </a:prstGeom>
          <a:solidFill xmlns:a="http://schemas.openxmlformats.org/drawingml/2006/main">
            <a:srgbClr val="C9DDF2"/>
          </a:solidFill>
          <a:ln xmlns:a="http://schemas.openxmlformats.org/drawingml/2006/main" w="0">
            <a:noFill/>
            <a:prstDash val="solid"/>
          </a:ln>
        </p:spPr>
      </p:sp>
      <p:sp>
        <p:nvSpPr>
          <p:cNvPr id="33" name="">
            <a:extLst xmlns:a="http://schemas.openxmlformats.org/drawingml/2006/main">
              <a:ext uri="{FF2B5EF4-FFF2-40B4-BE49-F238E27FC236}">
                <a16:creationId xmlns:a16="http://schemas.microsoft.com/office/drawing/2014/main" id="{1D0F712E-E97D-4734-8DDE-96D73BE13F31}"/>
              </a:ext>
            </a:extLst>
          </p:cNvPr>
          <p:cNvSpPr>
            <a:spLocks xmlns:a="http://schemas.openxmlformats.org/drawingml/2006/main" noGrp="1"/>
          </p:cNvSpPr>
          <p:nvPr/>
        </p:nvSpPr>
        <p:spPr>
          <a:xfrm xmlns:a="http://schemas.openxmlformats.org/drawingml/2006/main">
            <a:off x="0" y="6705600"/>
            <a:ext cx="12192000" cy="9525"/>
          </a:xfrm>
          <a:prstGeom xmlns:a="http://schemas.openxmlformats.org/drawingml/2006/main" prst="rect">
            <a:avLst/>
          </a:prstGeom>
          <a:solidFill xmlns:a="http://schemas.openxmlformats.org/drawingml/2006/main">
            <a:srgbClr val="C9DDF2"/>
          </a:solidFill>
          <a:ln xmlns:a="http://schemas.openxmlformats.org/drawingml/2006/main" w="0">
            <a:noFill/>
            <a:prstDash val="solid"/>
          </a:ln>
        </p:spPr>
      </p:sp>
      <p:sp>
        <p:nvSpPr>
          <p:cNvPr id="34" name="">
            <a:extLst xmlns:a="http://schemas.openxmlformats.org/drawingml/2006/main">
              <a:ext uri="{FF2B5EF4-FFF2-40B4-BE49-F238E27FC236}">
                <a16:creationId xmlns:a16="http://schemas.microsoft.com/office/drawing/2014/main" id="{52ECAD13-506E-4DC9-962A-7416895DE1BA}"/>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79A817"/>
          </a:solidFill>
          <a:ln xmlns:a="http://schemas.openxmlformats.org/drawingml/2006/main" w="0">
            <a:noFill/>
            <a:prstDash val="solid"/>
          </a:ln>
        </p:spPr>
      </p:sp>
      <p:sp>
        <p:nvSpPr>
          <p:cNvPr id="35" name="">
            <a:extLst xmlns:a="http://schemas.openxmlformats.org/drawingml/2006/main">
              <a:ext uri="{FF2B5EF4-FFF2-40B4-BE49-F238E27FC236}">
                <a16:creationId xmlns:a16="http://schemas.microsoft.com/office/drawing/2014/main" id="{CDE05D10-46F5-4E88-9B40-FB9FF98DE51D}"/>
              </a:ext>
            </a:extLst>
          </p:cNvPr>
          <p:cNvSpPr>
            <a:spLocks xmlns:a="http://schemas.openxmlformats.org/drawingml/2006/main" noGrp="1"/>
          </p:cNvSpPr>
          <p:nvPr/>
        </p:nvSpPr>
        <p:spPr>
          <a:xfrm xmlns:a="http://schemas.openxmlformats.org/drawingml/2006/main">
            <a:off x="590550" y="552450"/>
            <a:ext cx="10477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250" b="1">
                <a:solidFill>
                  <a:srgbClr val="102A43"/>
                </a:solidFill>
              </a:defRPr>
            </a:pPr>
            <a:r>
              <a:rPr sz="2250" b="1">
                <a:solidFill>
                  <a:srgbClr val="102A43"/>
                </a:solidFill>
              </a:rPr>
              <a:t>Possible Oklahoma uses</a:t>
            </a:r>
          </a:p>
        </p:txBody>
      </p:sp>
      <p:sp>
        <p:nvSpPr>
          <p:cNvPr id="36" name="">
            <a:extLst xmlns:a="http://schemas.openxmlformats.org/drawingml/2006/main">
              <a:ext uri="{FF2B5EF4-FFF2-40B4-BE49-F238E27FC236}">
                <a16:creationId xmlns:a16="http://schemas.microsoft.com/office/drawing/2014/main" id="{EEAC6A62-C2CF-49A7-972B-514F642E437A}"/>
              </a:ext>
            </a:extLst>
          </p:cNvPr>
          <p:cNvSpPr>
            <a:spLocks xmlns:a="http://schemas.openxmlformats.org/drawingml/2006/main" noGrp="1"/>
          </p:cNvSpPr>
          <p:nvPr/>
        </p:nvSpPr>
        <p:spPr>
          <a:xfrm xmlns:a="http://schemas.openxmlformats.org/drawingml/2006/main">
            <a:off x="590550" y="1190625"/>
            <a:ext cx="990600" cy="47625"/>
          </a:xfrm>
          <a:prstGeom xmlns:a="http://schemas.openxmlformats.org/drawingml/2006/main" prst="rect">
            <a:avLst/>
          </a:prstGeom>
          <a:solidFill xmlns:a="http://schemas.openxmlformats.org/drawingml/2006/main">
            <a:srgbClr val="79A817"/>
          </a:solidFill>
          <a:ln xmlns:a="http://schemas.openxmlformats.org/drawingml/2006/main" w="0">
            <a:noFill/>
            <a:prstDash val="solid"/>
          </a:ln>
        </p:spPr>
      </p:sp>
      <p:sp>
        <p:nvSpPr>
          <p:cNvPr id="37" name="">
            <a:extLst xmlns:a="http://schemas.openxmlformats.org/drawingml/2006/main">
              <a:ext uri="{FF2B5EF4-FFF2-40B4-BE49-F238E27FC236}">
                <a16:creationId xmlns:a16="http://schemas.microsoft.com/office/drawing/2014/main" id="{07DC9703-AC70-4B1D-ABB3-12E8FD5E9E63}"/>
              </a:ext>
            </a:extLst>
          </p:cNvPr>
          <p:cNvSpPr>
            <a:spLocks xmlns:a="http://schemas.openxmlformats.org/drawingml/2006/main" noGrp="1"/>
          </p:cNvSpPr>
          <p:nvPr/>
        </p:nvSpPr>
        <p:spPr>
          <a:xfrm xmlns:a="http://schemas.openxmlformats.org/drawingml/2006/main">
            <a:off x="11144250" y="590550"/>
            <a:ext cx="47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1050" b="1">
                <a:solidFill>
                  <a:srgbClr val="526575"/>
                </a:solidFill>
              </a:defRPr>
            </a:pPr>
            <a:r>
              <a:rPr sz="1050" b="1">
                <a:solidFill>
                  <a:srgbClr val="526575"/>
                </a:solidFill>
              </a:rPr>
              <a:t>10</a:t>
            </a:r>
          </a:p>
        </p:txBody>
      </p:sp>
      <p:sp>
        <p:nvSpPr>
          <p:cNvPr id="38" name="">
            <a:extLst xmlns:a="http://schemas.openxmlformats.org/drawingml/2006/main">
              <a:ext uri="{FF2B5EF4-FFF2-40B4-BE49-F238E27FC236}">
                <a16:creationId xmlns:a16="http://schemas.microsoft.com/office/drawing/2014/main" id="{7BA84726-E3FF-456C-B00D-C912B63C4F1D}"/>
              </a:ext>
            </a:extLst>
          </p:cNvPr>
          <p:cNvSpPr>
            <a:spLocks xmlns:a="http://schemas.openxmlformats.org/drawingml/2006/main" noGrp="1"/>
          </p:cNvSpPr>
          <p:nvPr/>
        </p:nvSpPr>
        <p:spPr>
          <a:xfrm xmlns:a="http://schemas.openxmlformats.org/drawingml/2006/main">
            <a:off x="762000" y="1314450"/>
            <a:ext cx="10668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650" b="1">
                <a:solidFill>
                  <a:srgbClr val="B43B35"/>
                </a:solidFill>
              </a:defRPr>
            </a:pPr>
            <a:r>
              <a:rPr sz="1650" b="1">
                <a:solidFill>
                  <a:srgbClr val="B43B35"/>
                </a:solidFill>
              </a:rPr>
              <a:t>These are future use ideas - not proven benefits.</a:t>
            </a:r>
          </a:p>
        </p:txBody>
      </p:sp>
      <p:sp>
        <p:nvSpPr>
          <p:cNvPr id="39" name="">
            <a:extLst xmlns:a="http://schemas.openxmlformats.org/drawingml/2006/main">
              <a:ext uri="{FF2B5EF4-FFF2-40B4-BE49-F238E27FC236}">
                <a16:creationId xmlns:a16="http://schemas.microsoft.com/office/drawing/2014/main" id="{948214D8-81EF-4B71-96F9-6FD0FD01734E}"/>
              </a:ext>
            </a:extLst>
          </p:cNvPr>
          <p:cNvSpPr>
            <a:spLocks xmlns:a="http://schemas.openxmlformats.org/drawingml/2006/main" noGrp="1"/>
          </p:cNvSpPr>
          <p:nvPr/>
        </p:nvSpPr>
        <p:spPr>
          <a:xfrm xmlns:a="http://schemas.openxmlformats.org/drawingml/2006/main">
            <a:off x="704850" y="2038350"/>
            <a:ext cx="4953000" cy="1295400"/>
          </a:xfrm>
          <a:prstGeom xmlns:a="http://schemas.openxmlformats.org/drawingml/2006/main" prst="roundRect">
            <a:avLst>
              <a:gd name="adj" fmla="val 13235"/>
            </a:avLst>
          </a:prstGeom>
          <a:solidFill xmlns:a="http://schemas.openxmlformats.org/drawingml/2006/main">
            <a:srgbClr val="EAF3FC"/>
          </a:solidFill>
          <a:ln xmlns:a="http://schemas.openxmlformats.org/drawingml/2006/main" w="9525">
            <a:solidFill>
              <a:srgbClr val="1454A3"/>
            </a:solidFill>
            <a:prstDash val="solid"/>
          </a:ln>
        </p:spPr>
      </p:sp>
      <p:sp>
        <p:nvSpPr>
          <p:cNvPr id="40" name="">
            <a:extLst xmlns:a="http://schemas.openxmlformats.org/drawingml/2006/main">
              <a:ext uri="{FF2B5EF4-FFF2-40B4-BE49-F238E27FC236}">
                <a16:creationId xmlns:a16="http://schemas.microsoft.com/office/drawing/2014/main" id="{E9F5B3B7-EB15-40BA-BB75-2FE3555BF70E}"/>
              </a:ext>
            </a:extLst>
          </p:cNvPr>
          <p:cNvSpPr>
            <a:spLocks xmlns:a="http://schemas.openxmlformats.org/drawingml/2006/main" noGrp="1"/>
          </p:cNvSpPr>
          <p:nvPr/>
        </p:nvSpPr>
        <p:spPr>
          <a:xfrm xmlns:a="http://schemas.openxmlformats.org/drawingml/2006/main">
            <a:off x="933450" y="2190750"/>
            <a:ext cx="1428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00" b="1">
                <a:solidFill>
                  <a:srgbClr val="1454A3"/>
                </a:solidFill>
              </a:defRPr>
            </a:pPr>
            <a:r>
              <a:rPr sz="1500" b="1">
                <a:solidFill>
                  <a:srgbClr val="1454A3"/>
                </a:solidFill>
              </a:rPr>
              <a:t>FARMS</a:t>
            </a:r>
          </a:p>
        </p:txBody>
      </p:sp>
      <p:sp>
        <p:nvSpPr>
          <p:cNvPr id="41" name="">
            <a:extLst xmlns:a="http://schemas.openxmlformats.org/drawingml/2006/main">
              <a:ext uri="{FF2B5EF4-FFF2-40B4-BE49-F238E27FC236}">
                <a16:creationId xmlns:a16="http://schemas.microsoft.com/office/drawing/2014/main" id="{DF1AD7C6-2FD9-4F8F-B40A-9860675DBE27}"/>
              </a:ext>
            </a:extLst>
          </p:cNvPr>
          <p:cNvSpPr>
            <a:spLocks xmlns:a="http://schemas.openxmlformats.org/drawingml/2006/main" noGrp="1"/>
          </p:cNvSpPr>
          <p:nvPr/>
        </p:nvSpPr>
        <p:spPr>
          <a:xfrm xmlns:a="http://schemas.openxmlformats.org/drawingml/2006/main">
            <a:off x="933450" y="2552700"/>
            <a:ext cx="44958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00" b="1">
                <a:solidFill>
                  <a:srgbClr val="102A43"/>
                </a:solidFill>
              </a:defRPr>
            </a:pPr>
            <a:r>
              <a:rPr sz="1800" b="1">
                <a:solidFill>
                  <a:srgbClr val="102A43"/>
                </a:solidFill>
              </a:rPr>
              <a:t>Look at crops and livestock from the air</a:t>
            </a:r>
          </a:p>
        </p:txBody>
      </p:sp>
      <p:sp>
        <p:nvSpPr>
          <p:cNvPr id="42" name="">
            <a:extLst xmlns:a="http://schemas.openxmlformats.org/drawingml/2006/main">
              <a:ext uri="{FF2B5EF4-FFF2-40B4-BE49-F238E27FC236}">
                <a16:creationId xmlns:a16="http://schemas.microsoft.com/office/drawing/2014/main" id="{39FB763E-B2D0-4997-9C75-A9BF987F055D}"/>
              </a:ext>
            </a:extLst>
          </p:cNvPr>
          <p:cNvSpPr>
            <a:spLocks xmlns:a="http://schemas.openxmlformats.org/drawingml/2006/main" noGrp="1"/>
          </p:cNvSpPr>
          <p:nvPr/>
        </p:nvSpPr>
        <p:spPr>
          <a:xfrm xmlns:a="http://schemas.openxmlformats.org/drawingml/2006/main">
            <a:off x="6229350" y="2038350"/>
            <a:ext cx="4953000" cy="1295400"/>
          </a:xfrm>
          <a:prstGeom xmlns:a="http://schemas.openxmlformats.org/drawingml/2006/main" prst="roundRect">
            <a:avLst>
              <a:gd name="adj" fmla="val 13235"/>
            </a:avLst>
          </a:prstGeom>
          <a:solidFill xmlns:a="http://schemas.openxmlformats.org/drawingml/2006/main">
            <a:srgbClr val="EAF3D8"/>
          </a:solidFill>
          <a:ln xmlns:a="http://schemas.openxmlformats.org/drawingml/2006/main" w="9525">
            <a:solidFill>
              <a:srgbClr val="79A817"/>
            </a:solidFill>
            <a:prstDash val="solid"/>
          </a:ln>
        </p:spPr>
      </p:sp>
      <p:sp>
        <p:nvSpPr>
          <p:cNvPr id="43" name="">
            <a:extLst xmlns:a="http://schemas.openxmlformats.org/drawingml/2006/main">
              <a:ext uri="{FF2B5EF4-FFF2-40B4-BE49-F238E27FC236}">
                <a16:creationId xmlns:a16="http://schemas.microsoft.com/office/drawing/2014/main" id="{FF1BD51E-FB08-4D2B-907C-EDCDA95D5554}"/>
              </a:ext>
            </a:extLst>
          </p:cNvPr>
          <p:cNvSpPr>
            <a:spLocks xmlns:a="http://schemas.openxmlformats.org/drawingml/2006/main" noGrp="1"/>
          </p:cNvSpPr>
          <p:nvPr/>
        </p:nvSpPr>
        <p:spPr>
          <a:xfrm xmlns:a="http://schemas.openxmlformats.org/drawingml/2006/main">
            <a:off x="6457950" y="2190750"/>
            <a:ext cx="1428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00" b="1">
                <a:solidFill>
                  <a:srgbClr val="79A817"/>
                </a:solidFill>
              </a:defRPr>
            </a:pPr>
            <a:r>
              <a:rPr sz="1500" b="1">
                <a:solidFill>
                  <a:srgbClr val="79A817"/>
                </a:solidFill>
              </a:rPr>
              <a:t>UTILITIES</a:t>
            </a:r>
          </a:p>
        </p:txBody>
      </p:sp>
      <p:sp>
        <p:nvSpPr>
          <p:cNvPr id="44" name="">
            <a:extLst xmlns:a="http://schemas.openxmlformats.org/drawingml/2006/main">
              <a:ext uri="{FF2B5EF4-FFF2-40B4-BE49-F238E27FC236}">
                <a16:creationId xmlns:a16="http://schemas.microsoft.com/office/drawing/2014/main" id="{5155D9DE-1A4A-4908-A55A-695DA268C12D}"/>
              </a:ext>
            </a:extLst>
          </p:cNvPr>
          <p:cNvSpPr>
            <a:spLocks xmlns:a="http://schemas.openxmlformats.org/drawingml/2006/main" noGrp="1"/>
          </p:cNvSpPr>
          <p:nvPr/>
        </p:nvSpPr>
        <p:spPr>
          <a:xfrm xmlns:a="http://schemas.openxmlformats.org/drawingml/2006/main">
            <a:off x="6457950" y="2552700"/>
            <a:ext cx="44958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00" b="1">
                <a:solidFill>
                  <a:srgbClr val="102A43"/>
                </a:solidFill>
              </a:defRPr>
            </a:pPr>
            <a:r>
              <a:rPr sz="1800" b="1">
                <a:solidFill>
                  <a:srgbClr val="102A43"/>
                </a:solidFill>
              </a:rPr>
              <a:t>Check power lines and pipelines</a:t>
            </a:r>
          </a:p>
        </p:txBody>
      </p:sp>
      <p:sp>
        <p:nvSpPr>
          <p:cNvPr id="45" name="">
            <a:extLst xmlns:a="http://schemas.openxmlformats.org/drawingml/2006/main">
              <a:ext uri="{FF2B5EF4-FFF2-40B4-BE49-F238E27FC236}">
                <a16:creationId xmlns:a16="http://schemas.microsoft.com/office/drawing/2014/main" id="{F7248A48-DAF7-407C-9B3C-E55C78C235DD}"/>
              </a:ext>
            </a:extLst>
          </p:cNvPr>
          <p:cNvSpPr>
            <a:spLocks xmlns:a="http://schemas.openxmlformats.org/drawingml/2006/main" noGrp="1"/>
          </p:cNvSpPr>
          <p:nvPr/>
        </p:nvSpPr>
        <p:spPr>
          <a:xfrm xmlns:a="http://schemas.openxmlformats.org/drawingml/2006/main">
            <a:off x="704850" y="3733800"/>
            <a:ext cx="4953000" cy="1295400"/>
          </a:xfrm>
          <a:prstGeom xmlns:a="http://schemas.openxmlformats.org/drawingml/2006/main" prst="roundRect">
            <a:avLst>
              <a:gd name="adj" fmla="val 13235"/>
            </a:avLst>
          </a:prstGeom>
          <a:solidFill xmlns:a="http://schemas.openxmlformats.org/drawingml/2006/main">
            <a:srgbClr val="EAF3FC"/>
          </a:solidFill>
          <a:ln xmlns:a="http://schemas.openxmlformats.org/drawingml/2006/main" w="9525">
            <a:solidFill>
              <a:srgbClr val="1454A3"/>
            </a:solidFill>
            <a:prstDash val="solid"/>
          </a:ln>
        </p:spPr>
      </p:sp>
      <p:sp>
        <p:nvSpPr>
          <p:cNvPr id="46" name="">
            <a:extLst xmlns:a="http://schemas.openxmlformats.org/drawingml/2006/main">
              <a:ext uri="{FF2B5EF4-FFF2-40B4-BE49-F238E27FC236}">
                <a16:creationId xmlns:a16="http://schemas.microsoft.com/office/drawing/2014/main" id="{3D5705B4-9107-44AD-90BC-0CD555060A6C}"/>
              </a:ext>
            </a:extLst>
          </p:cNvPr>
          <p:cNvSpPr>
            <a:spLocks xmlns:a="http://schemas.openxmlformats.org/drawingml/2006/main" noGrp="1"/>
          </p:cNvSpPr>
          <p:nvPr/>
        </p:nvSpPr>
        <p:spPr>
          <a:xfrm xmlns:a="http://schemas.openxmlformats.org/drawingml/2006/main">
            <a:off x="933450" y="3886200"/>
            <a:ext cx="1428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00" b="1">
                <a:solidFill>
                  <a:srgbClr val="1454A3"/>
                </a:solidFill>
              </a:defRPr>
            </a:pPr>
            <a:r>
              <a:rPr sz="1500" b="1">
                <a:solidFill>
                  <a:srgbClr val="1454A3"/>
                </a:solidFill>
              </a:rPr>
              <a:t>WILDFIRE</a:t>
            </a:r>
          </a:p>
        </p:txBody>
      </p:sp>
      <p:sp>
        <p:nvSpPr>
          <p:cNvPr id="47" name="">
            <a:extLst xmlns:a="http://schemas.openxmlformats.org/drawingml/2006/main">
              <a:ext uri="{FF2B5EF4-FFF2-40B4-BE49-F238E27FC236}">
                <a16:creationId xmlns:a16="http://schemas.microsoft.com/office/drawing/2014/main" id="{40CE6DDE-C456-4A7E-A290-A386F4AA0E38}"/>
              </a:ext>
            </a:extLst>
          </p:cNvPr>
          <p:cNvSpPr>
            <a:spLocks xmlns:a="http://schemas.openxmlformats.org/drawingml/2006/main" noGrp="1"/>
          </p:cNvSpPr>
          <p:nvPr/>
        </p:nvSpPr>
        <p:spPr>
          <a:xfrm xmlns:a="http://schemas.openxmlformats.org/drawingml/2006/main">
            <a:off x="933450" y="4248150"/>
            <a:ext cx="44958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00" b="1">
                <a:solidFill>
                  <a:srgbClr val="102A43"/>
                </a:solidFill>
              </a:defRPr>
            </a:pPr>
            <a:r>
              <a:rPr sz="1800" b="1">
                <a:solidFill>
                  <a:srgbClr val="102A43"/>
                </a:solidFill>
              </a:rPr>
              <a:t>Watch fire, smoke, and hard-to-reach land</a:t>
            </a:r>
          </a:p>
        </p:txBody>
      </p:sp>
      <p:sp>
        <p:nvSpPr>
          <p:cNvPr id="48" name="">
            <a:extLst xmlns:a="http://schemas.openxmlformats.org/drawingml/2006/main">
              <a:ext uri="{FF2B5EF4-FFF2-40B4-BE49-F238E27FC236}">
                <a16:creationId xmlns:a16="http://schemas.microsoft.com/office/drawing/2014/main" id="{2D6F9588-60D5-40AD-AA34-AABD2FAD3295}"/>
              </a:ext>
            </a:extLst>
          </p:cNvPr>
          <p:cNvSpPr>
            <a:spLocks xmlns:a="http://schemas.openxmlformats.org/drawingml/2006/main" noGrp="1"/>
          </p:cNvSpPr>
          <p:nvPr/>
        </p:nvSpPr>
        <p:spPr>
          <a:xfrm xmlns:a="http://schemas.openxmlformats.org/drawingml/2006/main">
            <a:off x="6229350" y="3733800"/>
            <a:ext cx="4953000" cy="1295400"/>
          </a:xfrm>
          <a:prstGeom xmlns:a="http://schemas.openxmlformats.org/drawingml/2006/main" prst="roundRect">
            <a:avLst>
              <a:gd name="adj" fmla="val 13235"/>
            </a:avLst>
          </a:prstGeom>
          <a:solidFill xmlns:a="http://schemas.openxmlformats.org/drawingml/2006/main">
            <a:srgbClr val="EAF3D8"/>
          </a:solidFill>
          <a:ln xmlns:a="http://schemas.openxmlformats.org/drawingml/2006/main" w="9525">
            <a:solidFill>
              <a:srgbClr val="79A817"/>
            </a:solidFill>
            <a:prstDash val="solid"/>
          </a:ln>
        </p:spPr>
      </p:sp>
      <p:sp>
        <p:nvSpPr>
          <p:cNvPr id="49" name="">
            <a:extLst xmlns:a="http://schemas.openxmlformats.org/drawingml/2006/main">
              <a:ext uri="{FF2B5EF4-FFF2-40B4-BE49-F238E27FC236}">
                <a16:creationId xmlns:a16="http://schemas.microsoft.com/office/drawing/2014/main" id="{A64A2D23-D604-46BB-8BD6-73A67DD7FCA1}"/>
              </a:ext>
            </a:extLst>
          </p:cNvPr>
          <p:cNvSpPr>
            <a:spLocks xmlns:a="http://schemas.openxmlformats.org/drawingml/2006/main" noGrp="1"/>
          </p:cNvSpPr>
          <p:nvPr/>
        </p:nvSpPr>
        <p:spPr>
          <a:xfrm xmlns:a="http://schemas.openxmlformats.org/drawingml/2006/main">
            <a:off x="6457950" y="3886200"/>
            <a:ext cx="1428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00" b="1">
                <a:solidFill>
                  <a:srgbClr val="79A817"/>
                </a:solidFill>
              </a:defRPr>
            </a:pPr>
            <a:r>
              <a:rPr sz="1500" b="1">
                <a:solidFill>
                  <a:srgbClr val="79A817"/>
                </a:solidFill>
              </a:rPr>
              <a:t>RESCUE</a:t>
            </a:r>
          </a:p>
        </p:txBody>
      </p:sp>
      <p:sp>
        <p:nvSpPr>
          <p:cNvPr id="50" name="">
            <a:extLst xmlns:a="http://schemas.openxmlformats.org/drawingml/2006/main">
              <a:ext uri="{FF2B5EF4-FFF2-40B4-BE49-F238E27FC236}">
                <a16:creationId xmlns:a16="http://schemas.microsoft.com/office/drawing/2014/main" id="{6430AC4D-E38C-4047-95C6-DE04102B619C}"/>
              </a:ext>
            </a:extLst>
          </p:cNvPr>
          <p:cNvSpPr>
            <a:spLocks xmlns:a="http://schemas.openxmlformats.org/drawingml/2006/main" noGrp="1"/>
          </p:cNvSpPr>
          <p:nvPr/>
        </p:nvSpPr>
        <p:spPr>
          <a:xfrm xmlns:a="http://schemas.openxmlformats.org/drawingml/2006/main">
            <a:off x="6457950" y="4248150"/>
            <a:ext cx="44958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00" b="1">
                <a:solidFill>
                  <a:srgbClr val="102A43"/>
                </a:solidFill>
              </a:defRPr>
            </a:pPr>
            <a:r>
              <a:rPr sz="1800" b="1">
                <a:solidFill>
                  <a:srgbClr val="102A43"/>
                </a:solidFill>
              </a:rPr>
              <a:t>Help search teams see large rural areas</a:t>
            </a:r>
          </a:p>
        </p:txBody>
      </p:sp>
      <p:sp>
        <p:nvSpPr>
          <p:cNvPr id="51" name="">
            <a:extLst xmlns:a="http://schemas.openxmlformats.org/drawingml/2006/main">
              <a:ext uri="{FF2B5EF4-FFF2-40B4-BE49-F238E27FC236}">
                <a16:creationId xmlns:a16="http://schemas.microsoft.com/office/drawing/2014/main" id="{A829A766-996D-49DE-98AF-829C716B7EB9}"/>
              </a:ext>
            </a:extLst>
          </p:cNvPr>
          <p:cNvSpPr>
            <a:spLocks xmlns:a="http://schemas.openxmlformats.org/drawingml/2006/main" noGrp="1"/>
          </p:cNvSpPr>
          <p:nvPr/>
        </p:nvSpPr>
        <p:spPr>
          <a:xfrm xmlns:a="http://schemas.openxmlformats.org/drawingml/2006/main">
            <a:off x="2857500" y="5619750"/>
            <a:ext cx="6477000" cy="571500"/>
          </a:xfrm>
          <a:prstGeom xmlns:a="http://schemas.openxmlformats.org/drawingml/2006/main" prst="roundRect">
            <a:avLst>
              <a:gd name="adj" fmla="val 26667"/>
            </a:avLst>
          </a:prstGeom>
          <a:solidFill xmlns:a="http://schemas.openxmlformats.org/drawingml/2006/main">
            <a:srgbClr val="FFF3D7"/>
          </a:solidFill>
          <a:ln xmlns:a="http://schemas.openxmlformats.org/drawingml/2006/main" w="9525">
            <a:solidFill>
              <a:srgbClr val="8B5E00"/>
            </a:solidFill>
            <a:prstDash val="solid"/>
          </a:ln>
        </p:spPr>
      </p:sp>
      <p:sp>
        <p:nvSpPr>
          <p:cNvPr id="52" name="">
            <a:extLst xmlns:a="http://schemas.openxmlformats.org/drawingml/2006/main">
              <a:ext uri="{FF2B5EF4-FFF2-40B4-BE49-F238E27FC236}">
                <a16:creationId xmlns:a16="http://schemas.microsoft.com/office/drawing/2014/main" id="{5AC73D48-B526-4976-8EAA-0D4CF0EC4142}"/>
              </a:ext>
            </a:extLst>
          </p:cNvPr>
          <p:cNvSpPr>
            <a:spLocks xmlns:a="http://schemas.openxmlformats.org/drawingml/2006/main" noGrp="1"/>
          </p:cNvSpPr>
          <p:nvPr/>
        </p:nvSpPr>
        <p:spPr>
          <a:xfrm xmlns:a="http://schemas.openxmlformats.org/drawingml/2006/main">
            <a:off x="3067050" y="5715000"/>
            <a:ext cx="60579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650" b="1">
                <a:solidFill>
                  <a:srgbClr val="8B5E00"/>
                </a:solidFill>
              </a:defRPr>
            </a:pPr>
            <a:r>
              <a:rPr sz="1650" b="1">
                <a:solidFill>
                  <a:srgbClr val="8B5E00"/>
                </a:solidFill>
              </a:rPr>
              <a:t>First prove the physics. Then study the use.</a:t>
            </a:r>
          </a:p>
        </p:txBody>
      </p:sp>
      <p:sp>
        <p:nvSpPr>
          <p:cNvPr id="53" name="">
            <a:extLst xmlns:a="http://schemas.openxmlformats.org/drawingml/2006/main">
              <a:ext uri="{FF2B5EF4-FFF2-40B4-BE49-F238E27FC236}">
                <a16:creationId xmlns:a16="http://schemas.microsoft.com/office/drawing/2014/main" id="{DA8C1279-D25C-4481-A4B5-7277D873E603}"/>
              </a:ext>
            </a:extLst>
          </p:cNvPr>
          <p:cNvSpPr>
            <a:spLocks xmlns:a="http://schemas.openxmlformats.org/drawingml/2006/main" noGrp="1"/>
          </p:cNvSpPr>
          <p:nvPr/>
        </p:nvSpPr>
        <p:spPr>
          <a:xfrm xmlns:a="http://schemas.openxmlformats.org/drawingml/2006/main">
            <a:off x="609600" y="6419850"/>
            <a:ext cx="666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26575"/>
                </a:solidFill>
              </a:defRPr>
            </a:pPr>
            <a:r>
              <a:rPr sz="900" b="1">
                <a:solidFill>
                  <a:srgbClr val="526575"/>
                </a:solidFill>
              </a:rPr>
              <a:t>CRTFE P2  |  CONCEPT ONLY - NOT FLIGHT READY</a:t>
            </a:r>
          </a:p>
        </p:txBody>
      </p:sp>
      <p:sp>
        <p:nvSpPr>
          <p:cNvPr id="54" name="">
            <a:extLst xmlns:a="http://schemas.openxmlformats.org/drawingml/2006/main">
              <a:ext uri="{FF2B5EF4-FFF2-40B4-BE49-F238E27FC236}">
                <a16:creationId xmlns:a16="http://schemas.microsoft.com/office/drawing/2014/main" id="{E14A33D0-6F41-4C3C-8FAC-9C3881842464}"/>
              </a:ext>
            </a:extLst>
          </p:cNvPr>
          <p:cNvSpPr>
            <a:spLocks xmlns:a="http://schemas.openxmlformats.org/drawingml/2006/main" noGrp="1"/>
          </p:cNvSpPr>
          <p:nvPr/>
        </p:nvSpPr>
        <p:spPr>
          <a:xfrm xmlns:a="http://schemas.openxmlformats.org/drawingml/2006/main">
            <a:off x="7810500" y="6419850"/>
            <a:ext cx="3771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900" b="0">
                <a:solidFill>
                  <a:srgbClr val="526575"/>
                </a:solidFill>
              </a:defRPr>
            </a:pPr>
            <a:r>
              <a:rPr sz="900" b="0">
                <a:solidFill>
                  <a:srgbClr val="526575"/>
                </a:solidFill>
              </a:rPr>
              <a:t>Dorian Martin-Smith  |  Lawton, Oklahoma</a:t>
            </a:r>
          </a:p>
        </p:txBody>
      </p:sp>
    </p:spTree>
    <p:extLst>
      <p:ext uri="{BB962C8B-B14F-4D97-AF65-F5344CB8AC3E}">
        <p14:creationId xmlns:p14="http://schemas.microsoft.com/office/powerpoint/2010/main" val="1216053336"/>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2" name="">
            <a:extLst xmlns:a="http://schemas.openxmlformats.org/drawingml/2006/main">
              <a:ext uri="{FF2B5EF4-FFF2-40B4-BE49-F238E27FC236}">
                <a16:creationId xmlns:a16="http://schemas.microsoft.com/office/drawing/2014/main" id="{1389A287-7291-406A-85D5-395670358E0B}"/>
              </a:ext>
            </a:extLst>
          </p:cNvPr>
          <p:cNvSpPr>
            <a:spLocks xmlns:a="http://schemas.openxmlformats.org/drawingml/2006/main" noGrp="1"/>
          </p:cNvSpPr>
          <p:nvPr/>
        </p:nvSpPr>
        <p:spPr>
          <a:xfrm xmlns:a="http://schemas.openxmlformats.org/drawingml/2006/main">
            <a:off x="0" y="0"/>
            <a:ext cx="9525" cy="6858000"/>
          </a:xfrm>
          <a:prstGeom xmlns:a="http://schemas.openxmlformats.org/drawingml/2006/main" prst="rect">
            <a:avLst/>
          </a:prstGeom>
          <a:solidFill xmlns:a="http://schemas.openxmlformats.org/drawingml/2006/main">
            <a:srgbClr val="C9DDF2"/>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9B191BF3-FF19-494C-BA8D-107980466D38}"/>
              </a:ext>
            </a:extLst>
          </p:cNvPr>
          <p:cNvSpPr>
            <a:spLocks xmlns:a="http://schemas.openxmlformats.org/drawingml/2006/main" noGrp="1"/>
          </p:cNvSpPr>
          <p:nvPr/>
        </p:nvSpPr>
        <p:spPr>
          <a:xfrm xmlns:a="http://schemas.openxmlformats.org/drawingml/2006/main">
            <a:off x="609600" y="0"/>
            <a:ext cx="9525" cy="6858000"/>
          </a:xfrm>
          <a:prstGeom xmlns:a="http://schemas.openxmlformats.org/drawingml/2006/main" prst="rect">
            <a:avLst/>
          </a:prstGeom>
          <a:solidFill xmlns:a="http://schemas.openxmlformats.org/drawingml/2006/main">
            <a:srgbClr val="C9DDF2"/>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DBB180ED-321D-459B-AA39-E135E095B872}"/>
              </a:ext>
            </a:extLst>
          </p:cNvPr>
          <p:cNvSpPr>
            <a:spLocks xmlns:a="http://schemas.openxmlformats.org/drawingml/2006/main" noGrp="1"/>
          </p:cNvSpPr>
          <p:nvPr/>
        </p:nvSpPr>
        <p:spPr>
          <a:xfrm xmlns:a="http://schemas.openxmlformats.org/drawingml/2006/main">
            <a:off x="1219200" y="0"/>
            <a:ext cx="9525" cy="6858000"/>
          </a:xfrm>
          <a:prstGeom xmlns:a="http://schemas.openxmlformats.org/drawingml/2006/main" prst="rect">
            <a:avLst/>
          </a:prstGeom>
          <a:solidFill xmlns:a="http://schemas.openxmlformats.org/drawingml/2006/main">
            <a:srgbClr val="C9DDF2"/>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9B5D4D6F-238F-4928-809F-5748DBD8ED03}"/>
              </a:ext>
            </a:extLst>
          </p:cNvPr>
          <p:cNvSpPr>
            <a:spLocks xmlns:a="http://schemas.openxmlformats.org/drawingml/2006/main" noGrp="1"/>
          </p:cNvSpPr>
          <p:nvPr/>
        </p:nvSpPr>
        <p:spPr>
          <a:xfrm xmlns:a="http://schemas.openxmlformats.org/drawingml/2006/main">
            <a:off x="1828800" y="0"/>
            <a:ext cx="9525" cy="6858000"/>
          </a:xfrm>
          <a:prstGeom xmlns:a="http://schemas.openxmlformats.org/drawingml/2006/main" prst="rect">
            <a:avLst/>
          </a:prstGeom>
          <a:solidFill xmlns:a="http://schemas.openxmlformats.org/drawingml/2006/main">
            <a:srgbClr val="C9DDF2"/>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E03A81E4-5DF9-414B-AB46-743770BDF705}"/>
              </a:ext>
            </a:extLst>
          </p:cNvPr>
          <p:cNvSpPr>
            <a:spLocks xmlns:a="http://schemas.openxmlformats.org/drawingml/2006/main" noGrp="1"/>
          </p:cNvSpPr>
          <p:nvPr/>
        </p:nvSpPr>
        <p:spPr>
          <a:xfrm xmlns:a="http://schemas.openxmlformats.org/drawingml/2006/main">
            <a:off x="2438400" y="0"/>
            <a:ext cx="9525" cy="6858000"/>
          </a:xfrm>
          <a:prstGeom xmlns:a="http://schemas.openxmlformats.org/drawingml/2006/main" prst="rect">
            <a:avLst/>
          </a:prstGeom>
          <a:solidFill xmlns:a="http://schemas.openxmlformats.org/drawingml/2006/main">
            <a:srgbClr val="C9DDF2"/>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8A35559F-002B-43D2-8F88-EDB3A58EBEB9}"/>
              </a:ext>
            </a:extLst>
          </p:cNvPr>
          <p:cNvSpPr>
            <a:spLocks xmlns:a="http://schemas.openxmlformats.org/drawingml/2006/main" noGrp="1"/>
          </p:cNvSpPr>
          <p:nvPr/>
        </p:nvSpPr>
        <p:spPr>
          <a:xfrm xmlns:a="http://schemas.openxmlformats.org/drawingml/2006/main">
            <a:off x="3048000" y="0"/>
            <a:ext cx="9525" cy="6858000"/>
          </a:xfrm>
          <a:prstGeom xmlns:a="http://schemas.openxmlformats.org/drawingml/2006/main" prst="rect">
            <a:avLst/>
          </a:prstGeom>
          <a:solidFill xmlns:a="http://schemas.openxmlformats.org/drawingml/2006/main">
            <a:srgbClr val="C9DDF2"/>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41D8A18F-054A-4208-AA90-CE6A964748D6}"/>
              </a:ext>
            </a:extLst>
          </p:cNvPr>
          <p:cNvSpPr>
            <a:spLocks xmlns:a="http://schemas.openxmlformats.org/drawingml/2006/main" noGrp="1"/>
          </p:cNvSpPr>
          <p:nvPr/>
        </p:nvSpPr>
        <p:spPr>
          <a:xfrm xmlns:a="http://schemas.openxmlformats.org/drawingml/2006/main">
            <a:off x="3657600" y="0"/>
            <a:ext cx="9525" cy="6858000"/>
          </a:xfrm>
          <a:prstGeom xmlns:a="http://schemas.openxmlformats.org/drawingml/2006/main" prst="rect">
            <a:avLst/>
          </a:prstGeom>
          <a:solidFill xmlns:a="http://schemas.openxmlformats.org/drawingml/2006/main">
            <a:srgbClr val="C9DDF2"/>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1888EF1C-F679-4154-A4BC-490DC2182B66}"/>
              </a:ext>
            </a:extLst>
          </p:cNvPr>
          <p:cNvSpPr>
            <a:spLocks xmlns:a="http://schemas.openxmlformats.org/drawingml/2006/main" noGrp="1"/>
          </p:cNvSpPr>
          <p:nvPr/>
        </p:nvSpPr>
        <p:spPr>
          <a:xfrm xmlns:a="http://schemas.openxmlformats.org/drawingml/2006/main">
            <a:off x="4267200" y="0"/>
            <a:ext cx="9525" cy="6858000"/>
          </a:xfrm>
          <a:prstGeom xmlns:a="http://schemas.openxmlformats.org/drawingml/2006/main" prst="rect">
            <a:avLst/>
          </a:prstGeom>
          <a:solidFill xmlns:a="http://schemas.openxmlformats.org/drawingml/2006/main">
            <a:srgbClr val="C9DDF2"/>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B1B0C5EE-64AB-403D-BB15-A00ADE5EA625}"/>
              </a:ext>
            </a:extLst>
          </p:cNvPr>
          <p:cNvSpPr>
            <a:spLocks xmlns:a="http://schemas.openxmlformats.org/drawingml/2006/main" noGrp="1"/>
          </p:cNvSpPr>
          <p:nvPr/>
        </p:nvSpPr>
        <p:spPr>
          <a:xfrm xmlns:a="http://schemas.openxmlformats.org/drawingml/2006/main">
            <a:off x="4876800" y="0"/>
            <a:ext cx="9525" cy="6858000"/>
          </a:xfrm>
          <a:prstGeom xmlns:a="http://schemas.openxmlformats.org/drawingml/2006/main" prst="rect">
            <a:avLst/>
          </a:prstGeom>
          <a:solidFill xmlns:a="http://schemas.openxmlformats.org/drawingml/2006/main">
            <a:srgbClr val="C9DDF2"/>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537AAF9D-27EA-4AA2-93F1-01F056D8638E}"/>
              </a:ext>
            </a:extLst>
          </p:cNvPr>
          <p:cNvSpPr>
            <a:spLocks xmlns:a="http://schemas.openxmlformats.org/drawingml/2006/main" noGrp="1"/>
          </p:cNvSpPr>
          <p:nvPr/>
        </p:nvSpPr>
        <p:spPr>
          <a:xfrm xmlns:a="http://schemas.openxmlformats.org/drawingml/2006/main">
            <a:off x="5486400" y="0"/>
            <a:ext cx="9525" cy="6858000"/>
          </a:xfrm>
          <a:prstGeom xmlns:a="http://schemas.openxmlformats.org/drawingml/2006/main" prst="rect">
            <a:avLst/>
          </a:prstGeom>
          <a:solidFill xmlns:a="http://schemas.openxmlformats.org/drawingml/2006/main">
            <a:srgbClr val="C9DDF2"/>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BA6D5937-6BC4-4804-92C2-6F48CECEAE96}"/>
              </a:ext>
            </a:extLst>
          </p:cNvPr>
          <p:cNvSpPr>
            <a:spLocks xmlns:a="http://schemas.openxmlformats.org/drawingml/2006/main" noGrp="1"/>
          </p:cNvSpPr>
          <p:nvPr/>
        </p:nvSpPr>
        <p:spPr>
          <a:xfrm xmlns:a="http://schemas.openxmlformats.org/drawingml/2006/main">
            <a:off x="6096000" y="0"/>
            <a:ext cx="9525" cy="6858000"/>
          </a:xfrm>
          <a:prstGeom xmlns:a="http://schemas.openxmlformats.org/drawingml/2006/main" prst="rect">
            <a:avLst/>
          </a:prstGeom>
          <a:solidFill xmlns:a="http://schemas.openxmlformats.org/drawingml/2006/main">
            <a:srgbClr val="C9DDF2"/>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753A577C-2D0B-49DB-BE96-F38F7E51A78A}"/>
              </a:ext>
            </a:extLst>
          </p:cNvPr>
          <p:cNvSpPr>
            <a:spLocks xmlns:a="http://schemas.openxmlformats.org/drawingml/2006/main" noGrp="1"/>
          </p:cNvSpPr>
          <p:nvPr/>
        </p:nvSpPr>
        <p:spPr>
          <a:xfrm xmlns:a="http://schemas.openxmlformats.org/drawingml/2006/main">
            <a:off x="6705600" y="0"/>
            <a:ext cx="9525" cy="6858000"/>
          </a:xfrm>
          <a:prstGeom xmlns:a="http://schemas.openxmlformats.org/drawingml/2006/main" prst="rect">
            <a:avLst/>
          </a:prstGeom>
          <a:solidFill xmlns:a="http://schemas.openxmlformats.org/drawingml/2006/main">
            <a:srgbClr val="C9DDF2"/>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6D6FDE1A-2E5C-43F3-AFE1-C7A762F860E1}"/>
              </a:ext>
            </a:extLst>
          </p:cNvPr>
          <p:cNvSpPr>
            <a:spLocks xmlns:a="http://schemas.openxmlformats.org/drawingml/2006/main" noGrp="1"/>
          </p:cNvSpPr>
          <p:nvPr/>
        </p:nvSpPr>
        <p:spPr>
          <a:xfrm xmlns:a="http://schemas.openxmlformats.org/drawingml/2006/main">
            <a:off x="7315200" y="0"/>
            <a:ext cx="9525" cy="6858000"/>
          </a:xfrm>
          <a:prstGeom xmlns:a="http://schemas.openxmlformats.org/drawingml/2006/main" prst="rect">
            <a:avLst/>
          </a:prstGeom>
          <a:solidFill xmlns:a="http://schemas.openxmlformats.org/drawingml/2006/main">
            <a:srgbClr val="C9DDF2"/>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894A5FDB-001E-4411-A624-68265256367C}"/>
              </a:ext>
            </a:extLst>
          </p:cNvPr>
          <p:cNvSpPr>
            <a:spLocks xmlns:a="http://schemas.openxmlformats.org/drawingml/2006/main" noGrp="1"/>
          </p:cNvSpPr>
          <p:nvPr/>
        </p:nvSpPr>
        <p:spPr>
          <a:xfrm xmlns:a="http://schemas.openxmlformats.org/drawingml/2006/main">
            <a:off x="7924800" y="0"/>
            <a:ext cx="9525" cy="6858000"/>
          </a:xfrm>
          <a:prstGeom xmlns:a="http://schemas.openxmlformats.org/drawingml/2006/main" prst="rect">
            <a:avLst/>
          </a:prstGeom>
          <a:solidFill xmlns:a="http://schemas.openxmlformats.org/drawingml/2006/main">
            <a:srgbClr val="C9DDF2"/>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31436585-5597-4B9B-BA4C-F4665EB95220}"/>
              </a:ext>
            </a:extLst>
          </p:cNvPr>
          <p:cNvSpPr>
            <a:spLocks xmlns:a="http://schemas.openxmlformats.org/drawingml/2006/main" noGrp="1"/>
          </p:cNvSpPr>
          <p:nvPr/>
        </p:nvSpPr>
        <p:spPr>
          <a:xfrm xmlns:a="http://schemas.openxmlformats.org/drawingml/2006/main">
            <a:off x="8534400" y="0"/>
            <a:ext cx="9525" cy="6858000"/>
          </a:xfrm>
          <a:prstGeom xmlns:a="http://schemas.openxmlformats.org/drawingml/2006/main" prst="rect">
            <a:avLst/>
          </a:prstGeom>
          <a:solidFill xmlns:a="http://schemas.openxmlformats.org/drawingml/2006/main">
            <a:srgbClr val="C9DDF2"/>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34AA7634-E95E-4B6D-A895-89A258518921}"/>
              </a:ext>
            </a:extLst>
          </p:cNvPr>
          <p:cNvSpPr>
            <a:spLocks xmlns:a="http://schemas.openxmlformats.org/drawingml/2006/main" noGrp="1"/>
          </p:cNvSpPr>
          <p:nvPr/>
        </p:nvSpPr>
        <p:spPr>
          <a:xfrm xmlns:a="http://schemas.openxmlformats.org/drawingml/2006/main">
            <a:off x="9144000" y="0"/>
            <a:ext cx="9525" cy="6858000"/>
          </a:xfrm>
          <a:prstGeom xmlns:a="http://schemas.openxmlformats.org/drawingml/2006/main" prst="rect">
            <a:avLst/>
          </a:prstGeom>
          <a:solidFill xmlns:a="http://schemas.openxmlformats.org/drawingml/2006/main">
            <a:srgbClr val="C9DDF2"/>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EF3C77C5-30AE-4008-9ADC-1FA625EA9458}"/>
              </a:ext>
            </a:extLst>
          </p:cNvPr>
          <p:cNvSpPr>
            <a:spLocks xmlns:a="http://schemas.openxmlformats.org/drawingml/2006/main" noGrp="1"/>
          </p:cNvSpPr>
          <p:nvPr/>
        </p:nvSpPr>
        <p:spPr>
          <a:xfrm xmlns:a="http://schemas.openxmlformats.org/drawingml/2006/main">
            <a:off x="9753600" y="0"/>
            <a:ext cx="9525" cy="6858000"/>
          </a:xfrm>
          <a:prstGeom xmlns:a="http://schemas.openxmlformats.org/drawingml/2006/main" prst="rect">
            <a:avLst/>
          </a:prstGeom>
          <a:solidFill xmlns:a="http://schemas.openxmlformats.org/drawingml/2006/main">
            <a:srgbClr val="C9DDF2"/>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89E8EF25-F6EE-45DF-BF9B-A20F5285993B}"/>
              </a:ext>
            </a:extLst>
          </p:cNvPr>
          <p:cNvSpPr>
            <a:spLocks xmlns:a="http://schemas.openxmlformats.org/drawingml/2006/main" noGrp="1"/>
          </p:cNvSpPr>
          <p:nvPr/>
        </p:nvSpPr>
        <p:spPr>
          <a:xfrm xmlns:a="http://schemas.openxmlformats.org/drawingml/2006/main">
            <a:off x="10363200" y="0"/>
            <a:ext cx="9525" cy="6858000"/>
          </a:xfrm>
          <a:prstGeom xmlns:a="http://schemas.openxmlformats.org/drawingml/2006/main" prst="rect">
            <a:avLst/>
          </a:prstGeom>
          <a:solidFill xmlns:a="http://schemas.openxmlformats.org/drawingml/2006/main">
            <a:srgbClr val="C9DDF2"/>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8B59D590-9648-4180-8A7F-DB1CFA9901C4}"/>
              </a:ext>
            </a:extLst>
          </p:cNvPr>
          <p:cNvSpPr>
            <a:spLocks xmlns:a="http://schemas.openxmlformats.org/drawingml/2006/main" noGrp="1"/>
          </p:cNvSpPr>
          <p:nvPr/>
        </p:nvSpPr>
        <p:spPr>
          <a:xfrm xmlns:a="http://schemas.openxmlformats.org/drawingml/2006/main">
            <a:off x="10972800" y="0"/>
            <a:ext cx="9525" cy="6858000"/>
          </a:xfrm>
          <a:prstGeom xmlns:a="http://schemas.openxmlformats.org/drawingml/2006/main" prst="rect">
            <a:avLst/>
          </a:prstGeom>
          <a:solidFill xmlns:a="http://schemas.openxmlformats.org/drawingml/2006/main">
            <a:srgbClr val="C9DDF2"/>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7FE33FD9-4B1A-4741-8ECE-9B2DF8AE22B8}"/>
              </a:ext>
            </a:extLst>
          </p:cNvPr>
          <p:cNvSpPr>
            <a:spLocks xmlns:a="http://schemas.openxmlformats.org/drawingml/2006/main" noGrp="1"/>
          </p:cNvSpPr>
          <p:nvPr/>
        </p:nvSpPr>
        <p:spPr>
          <a:xfrm xmlns:a="http://schemas.openxmlformats.org/drawingml/2006/main">
            <a:off x="11582400" y="0"/>
            <a:ext cx="9525" cy="6858000"/>
          </a:xfrm>
          <a:prstGeom xmlns:a="http://schemas.openxmlformats.org/drawingml/2006/main" prst="rect">
            <a:avLst/>
          </a:prstGeom>
          <a:solidFill xmlns:a="http://schemas.openxmlformats.org/drawingml/2006/main">
            <a:srgbClr val="C9DDF2"/>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8EDD7365-3FBF-47AE-8CE7-B1442241AC4E}"/>
              </a:ext>
            </a:extLst>
          </p:cNvPr>
          <p:cNvSpPr>
            <a:spLocks xmlns:a="http://schemas.openxmlformats.org/drawingml/2006/main" noGrp="1"/>
          </p:cNvSpPr>
          <p:nvPr/>
        </p:nvSpPr>
        <p:spPr>
          <a:xfrm xmlns:a="http://schemas.openxmlformats.org/drawingml/2006/main">
            <a:off x="12192000" y="0"/>
            <a:ext cx="9525" cy="6858000"/>
          </a:xfrm>
          <a:prstGeom xmlns:a="http://schemas.openxmlformats.org/drawingml/2006/main" prst="rect">
            <a:avLst/>
          </a:prstGeom>
          <a:solidFill xmlns:a="http://schemas.openxmlformats.org/drawingml/2006/main">
            <a:srgbClr val="C9DDF2"/>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87220103-6DC8-4972-829F-5065AAE89ADD}"/>
              </a:ext>
            </a:extLst>
          </p:cNvPr>
          <p:cNvSpPr>
            <a:spLocks xmlns:a="http://schemas.openxmlformats.org/drawingml/2006/main" noGrp="1"/>
          </p:cNvSpPr>
          <p:nvPr/>
        </p:nvSpPr>
        <p:spPr>
          <a:xfrm xmlns:a="http://schemas.openxmlformats.org/drawingml/2006/main">
            <a:off x="0" y="0"/>
            <a:ext cx="12192000" cy="9525"/>
          </a:xfrm>
          <a:prstGeom xmlns:a="http://schemas.openxmlformats.org/drawingml/2006/main" prst="rect">
            <a:avLst/>
          </a:prstGeom>
          <a:solidFill xmlns:a="http://schemas.openxmlformats.org/drawingml/2006/main">
            <a:srgbClr val="C9DDF2"/>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6A3F56C7-B99A-4B23-B71F-B73815AC728F}"/>
              </a:ext>
            </a:extLst>
          </p:cNvPr>
          <p:cNvSpPr>
            <a:spLocks xmlns:a="http://schemas.openxmlformats.org/drawingml/2006/main" noGrp="1"/>
          </p:cNvSpPr>
          <p:nvPr/>
        </p:nvSpPr>
        <p:spPr>
          <a:xfrm xmlns:a="http://schemas.openxmlformats.org/drawingml/2006/main">
            <a:off x="0" y="609600"/>
            <a:ext cx="12192000" cy="9525"/>
          </a:xfrm>
          <a:prstGeom xmlns:a="http://schemas.openxmlformats.org/drawingml/2006/main" prst="rect">
            <a:avLst/>
          </a:prstGeom>
          <a:solidFill xmlns:a="http://schemas.openxmlformats.org/drawingml/2006/main">
            <a:srgbClr val="C9DDF2"/>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735D5CE6-8611-429D-8D85-98B6226F8CFA}"/>
              </a:ext>
            </a:extLst>
          </p:cNvPr>
          <p:cNvSpPr>
            <a:spLocks xmlns:a="http://schemas.openxmlformats.org/drawingml/2006/main" noGrp="1"/>
          </p:cNvSpPr>
          <p:nvPr/>
        </p:nvSpPr>
        <p:spPr>
          <a:xfrm xmlns:a="http://schemas.openxmlformats.org/drawingml/2006/main">
            <a:off x="0" y="1219200"/>
            <a:ext cx="12192000" cy="9525"/>
          </a:xfrm>
          <a:prstGeom xmlns:a="http://schemas.openxmlformats.org/drawingml/2006/main" prst="rect">
            <a:avLst/>
          </a:prstGeom>
          <a:solidFill xmlns:a="http://schemas.openxmlformats.org/drawingml/2006/main">
            <a:srgbClr val="C9DDF2"/>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A1E60003-60F8-4533-B3C6-BA351EB70918}"/>
              </a:ext>
            </a:extLst>
          </p:cNvPr>
          <p:cNvSpPr>
            <a:spLocks xmlns:a="http://schemas.openxmlformats.org/drawingml/2006/main" noGrp="1"/>
          </p:cNvSpPr>
          <p:nvPr/>
        </p:nvSpPr>
        <p:spPr>
          <a:xfrm xmlns:a="http://schemas.openxmlformats.org/drawingml/2006/main">
            <a:off x="0" y="1828800"/>
            <a:ext cx="12192000" cy="9525"/>
          </a:xfrm>
          <a:prstGeom xmlns:a="http://schemas.openxmlformats.org/drawingml/2006/main" prst="rect">
            <a:avLst/>
          </a:prstGeom>
          <a:solidFill xmlns:a="http://schemas.openxmlformats.org/drawingml/2006/main">
            <a:srgbClr val="C9DDF2"/>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0E9D2A72-C368-4C45-9E4A-15662EC5E606}"/>
              </a:ext>
            </a:extLst>
          </p:cNvPr>
          <p:cNvSpPr>
            <a:spLocks xmlns:a="http://schemas.openxmlformats.org/drawingml/2006/main" noGrp="1"/>
          </p:cNvSpPr>
          <p:nvPr/>
        </p:nvSpPr>
        <p:spPr>
          <a:xfrm xmlns:a="http://schemas.openxmlformats.org/drawingml/2006/main">
            <a:off x="0" y="2438400"/>
            <a:ext cx="12192000" cy="9525"/>
          </a:xfrm>
          <a:prstGeom xmlns:a="http://schemas.openxmlformats.org/drawingml/2006/main" prst="rect">
            <a:avLst/>
          </a:prstGeom>
          <a:solidFill xmlns:a="http://schemas.openxmlformats.org/drawingml/2006/main">
            <a:srgbClr val="C9DDF2"/>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476F6794-7F6E-48F7-A0A3-881D43CF8B5F}"/>
              </a:ext>
            </a:extLst>
          </p:cNvPr>
          <p:cNvSpPr>
            <a:spLocks xmlns:a="http://schemas.openxmlformats.org/drawingml/2006/main" noGrp="1"/>
          </p:cNvSpPr>
          <p:nvPr/>
        </p:nvSpPr>
        <p:spPr>
          <a:xfrm xmlns:a="http://schemas.openxmlformats.org/drawingml/2006/main">
            <a:off x="0" y="3048000"/>
            <a:ext cx="12192000" cy="9525"/>
          </a:xfrm>
          <a:prstGeom xmlns:a="http://schemas.openxmlformats.org/drawingml/2006/main" prst="rect">
            <a:avLst/>
          </a:prstGeom>
          <a:solidFill xmlns:a="http://schemas.openxmlformats.org/drawingml/2006/main">
            <a:srgbClr val="C9DDF2"/>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5E6DEB95-1C7A-4B3D-9FC2-AB5D460930DF}"/>
              </a:ext>
            </a:extLst>
          </p:cNvPr>
          <p:cNvSpPr>
            <a:spLocks xmlns:a="http://schemas.openxmlformats.org/drawingml/2006/main" noGrp="1"/>
          </p:cNvSpPr>
          <p:nvPr/>
        </p:nvSpPr>
        <p:spPr>
          <a:xfrm xmlns:a="http://schemas.openxmlformats.org/drawingml/2006/main">
            <a:off x="0" y="3657600"/>
            <a:ext cx="12192000" cy="9525"/>
          </a:xfrm>
          <a:prstGeom xmlns:a="http://schemas.openxmlformats.org/drawingml/2006/main" prst="rect">
            <a:avLst/>
          </a:prstGeom>
          <a:solidFill xmlns:a="http://schemas.openxmlformats.org/drawingml/2006/main">
            <a:srgbClr val="C9DDF2"/>
          </a:solidFill>
          <a:ln xmlns:a="http://schemas.openxmlformats.org/drawingml/2006/main" w="0">
            <a:noFill/>
            <a:prstDash val="solid"/>
          </a:ln>
        </p:spPr>
      </p:sp>
      <p:sp>
        <p:nvSpPr>
          <p:cNvPr id="29" name="">
            <a:extLst xmlns:a="http://schemas.openxmlformats.org/drawingml/2006/main">
              <a:ext uri="{FF2B5EF4-FFF2-40B4-BE49-F238E27FC236}">
                <a16:creationId xmlns:a16="http://schemas.microsoft.com/office/drawing/2014/main" id="{EEFB4E91-49A7-40C4-84FA-8572FE70AD15}"/>
              </a:ext>
            </a:extLst>
          </p:cNvPr>
          <p:cNvSpPr>
            <a:spLocks xmlns:a="http://schemas.openxmlformats.org/drawingml/2006/main" noGrp="1"/>
          </p:cNvSpPr>
          <p:nvPr/>
        </p:nvSpPr>
        <p:spPr>
          <a:xfrm xmlns:a="http://schemas.openxmlformats.org/drawingml/2006/main">
            <a:off x="0" y="4267200"/>
            <a:ext cx="12192000" cy="9525"/>
          </a:xfrm>
          <a:prstGeom xmlns:a="http://schemas.openxmlformats.org/drawingml/2006/main" prst="rect">
            <a:avLst/>
          </a:prstGeom>
          <a:solidFill xmlns:a="http://schemas.openxmlformats.org/drawingml/2006/main">
            <a:srgbClr val="C9DDF2"/>
          </a:solidFill>
          <a:ln xmlns:a="http://schemas.openxmlformats.org/drawingml/2006/main" w="0">
            <a:noFill/>
            <a:prstDash val="solid"/>
          </a:ln>
        </p:spPr>
      </p:sp>
      <p:sp>
        <p:nvSpPr>
          <p:cNvPr id="30" name="">
            <a:extLst xmlns:a="http://schemas.openxmlformats.org/drawingml/2006/main">
              <a:ext uri="{FF2B5EF4-FFF2-40B4-BE49-F238E27FC236}">
                <a16:creationId xmlns:a16="http://schemas.microsoft.com/office/drawing/2014/main" id="{D83002E2-7D3F-4434-938C-51ED02ECE530}"/>
              </a:ext>
            </a:extLst>
          </p:cNvPr>
          <p:cNvSpPr>
            <a:spLocks xmlns:a="http://schemas.openxmlformats.org/drawingml/2006/main" noGrp="1"/>
          </p:cNvSpPr>
          <p:nvPr/>
        </p:nvSpPr>
        <p:spPr>
          <a:xfrm xmlns:a="http://schemas.openxmlformats.org/drawingml/2006/main">
            <a:off x="0" y="4876800"/>
            <a:ext cx="12192000" cy="9525"/>
          </a:xfrm>
          <a:prstGeom xmlns:a="http://schemas.openxmlformats.org/drawingml/2006/main" prst="rect">
            <a:avLst/>
          </a:prstGeom>
          <a:solidFill xmlns:a="http://schemas.openxmlformats.org/drawingml/2006/main">
            <a:srgbClr val="C9DDF2"/>
          </a:solidFill>
          <a:ln xmlns:a="http://schemas.openxmlformats.org/drawingml/2006/main" w="0">
            <a:noFill/>
            <a:prstDash val="solid"/>
          </a:ln>
        </p:spPr>
      </p:sp>
      <p:sp>
        <p:nvSpPr>
          <p:cNvPr id="31" name="">
            <a:extLst xmlns:a="http://schemas.openxmlformats.org/drawingml/2006/main">
              <a:ext uri="{FF2B5EF4-FFF2-40B4-BE49-F238E27FC236}">
                <a16:creationId xmlns:a16="http://schemas.microsoft.com/office/drawing/2014/main" id="{B86E444B-97E5-424B-9AB5-611B37B26049}"/>
              </a:ext>
            </a:extLst>
          </p:cNvPr>
          <p:cNvSpPr>
            <a:spLocks xmlns:a="http://schemas.openxmlformats.org/drawingml/2006/main" noGrp="1"/>
          </p:cNvSpPr>
          <p:nvPr/>
        </p:nvSpPr>
        <p:spPr>
          <a:xfrm xmlns:a="http://schemas.openxmlformats.org/drawingml/2006/main">
            <a:off x="0" y="5486400"/>
            <a:ext cx="12192000" cy="9525"/>
          </a:xfrm>
          <a:prstGeom xmlns:a="http://schemas.openxmlformats.org/drawingml/2006/main" prst="rect">
            <a:avLst/>
          </a:prstGeom>
          <a:solidFill xmlns:a="http://schemas.openxmlformats.org/drawingml/2006/main">
            <a:srgbClr val="C9DDF2"/>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90883110-C6E1-4B5F-89F8-22764FF7DC1B}"/>
              </a:ext>
            </a:extLst>
          </p:cNvPr>
          <p:cNvSpPr>
            <a:spLocks xmlns:a="http://schemas.openxmlformats.org/drawingml/2006/main" noGrp="1"/>
          </p:cNvSpPr>
          <p:nvPr/>
        </p:nvSpPr>
        <p:spPr>
          <a:xfrm xmlns:a="http://schemas.openxmlformats.org/drawingml/2006/main">
            <a:off x="0" y="6096000"/>
            <a:ext cx="12192000" cy="9525"/>
          </a:xfrm>
          <a:prstGeom xmlns:a="http://schemas.openxmlformats.org/drawingml/2006/main" prst="rect">
            <a:avLst/>
          </a:prstGeom>
          <a:solidFill xmlns:a="http://schemas.openxmlformats.org/drawingml/2006/main">
            <a:srgbClr val="C9DDF2"/>
          </a:solidFill>
          <a:ln xmlns:a="http://schemas.openxmlformats.org/drawingml/2006/main" w="0">
            <a:noFill/>
            <a:prstDash val="solid"/>
          </a:ln>
        </p:spPr>
      </p:sp>
      <p:sp>
        <p:nvSpPr>
          <p:cNvPr id="33" name="">
            <a:extLst xmlns:a="http://schemas.openxmlformats.org/drawingml/2006/main">
              <a:ext uri="{FF2B5EF4-FFF2-40B4-BE49-F238E27FC236}">
                <a16:creationId xmlns:a16="http://schemas.microsoft.com/office/drawing/2014/main" id="{BE287986-0C93-4F10-BD3A-E581595D5169}"/>
              </a:ext>
            </a:extLst>
          </p:cNvPr>
          <p:cNvSpPr>
            <a:spLocks xmlns:a="http://schemas.openxmlformats.org/drawingml/2006/main" noGrp="1"/>
          </p:cNvSpPr>
          <p:nvPr/>
        </p:nvSpPr>
        <p:spPr>
          <a:xfrm xmlns:a="http://schemas.openxmlformats.org/drawingml/2006/main">
            <a:off x="0" y="6705600"/>
            <a:ext cx="12192000" cy="9525"/>
          </a:xfrm>
          <a:prstGeom xmlns:a="http://schemas.openxmlformats.org/drawingml/2006/main" prst="rect">
            <a:avLst/>
          </a:prstGeom>
          <a:solidFill xmlns:a="http://schemas.openxmlformats.org/drawingml/2006/main">
            <a:srgbClr val="C9DDF2"/>
          </a:solidFill>
          <a:ln xmlns:a="http://schemas.openxmlformats.org/drawingml/2006/main" w="0">
            <a:noFill/>
            <a:prstDash val="solid"/>
          </a:ln>
        </p:spPr>
      </p:sp>
      <p:sp>
        <p:nvSpPr>
          <p:cNvPr id="34" name="">
            <a:extLst xmlns:a="http://schemas.openxmlformats.org/drawingml/2006/main">
              <a:ext uri="{FF2B5EF4-FFF2-40B4-BE49-F238E27FC236}">
                <a16:creationId xmlns:a16="http://schemas.microsoft.com/office/drawing/2014/main" id="{51B22804-F484-4927-AFE3-589D97955B6E}"/>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79A817"/>
          </a:solidFill>
          <a:ln xmlns:a="http://schemas.openxmlformats.org/drawingml/2006/main" w="0">
            <a:noFill/>
            <a:prstDash val="solid"/>
          </a:ln>
        </p:spPr>
      </p:sp>
      <p:sp>
        <p:nvSpPr>
          <p:cNvPr id="35" name="">
            <a:extLst xmlns:a="http://schemas.openxmlformats.org/drawingml/2006/main">
              <a:ext uri="{FF2B5EF4-FFF2-40B4-BE49-F238E27FC236}">
                <a16:creationId xmlns:a16="http://schemas.microsoft.com/office/drawing/2014/main" id="{18772818-1992-4DA1-A72B-E132FFE0880F}"/>
              </a:ext>
            </a:extLst>
          </p:cNvPr>
          <p:cNvSpPr>
            <a:spLocks xmlns:a="http://schemas.openxmlformats.org/drawingml/2006/main" noGrp="1"/>
          </p:cNvSpPr>
          <p:nvPr/>
        </p:nvSpPr>
        <p:spPr>
          <a:xfrm xmlns:a="http://schemas.openxmlformats.org/drawingml/2006/main">
            <a:off x="590550" y="552450"/>
            <a:ext cx="10477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250" b="1">
                <a:solidFill>
                  <a:srgbClr val="102A43"/>
                </a:solidFill>
              </a:defRPr>
            </a:pPr>
            <a:r>
              <a:rPr sz="2250" b="1">
                <a:solidFill>
                  <a:srgbClr val="102A43"/>
                </a:solidFill>
              </a:rPr>
              <a:t>First test: $25,000</a:t>
            </a:r>
          </a:p>
        </p:txBody>
      </p:sp>
      <p:sp>
        <p:nvSpPr>
          <p:cNvPr id="36" name="">
            <a:extLst xmlns:a="http://schemas.openxmlformats.org/drawingml/2006/main">
              <a:ext uri="{FF2B5EF4-FFF2-40B4-BE49-F238E27FC236}">
                <a16:creationId xmlns:a16="http://schemas.microsoft.com/office/drawing/2014/main" id="{2E8C75DD-31A4-4106-9900-4774FCAB4136}"/>
              </a:ext>
            </a:extLst>
          </p:cNvPr>
          <p:cNvSpPr>
            <a:spLocks xmlns:a="http://schemas.openxmlformats.org/drawingml/2006/main" noGrp="1"/>
          </p:cNvSpPr>
          <p:nvPr/>
        </p:nvSpPr>
        <p:spPr>
          <a:xfrm xmlns:a="http://schemas.openxmlformats.org/drawingml/2006/main">
            <a:off x="590550" y="1190625"/>
            <a:ext cx="990600" cy="47625"/>
          </a:xfrm>
          <a:prstGeom xmlns:a="http://schemas.openxmlformats.org/drawingml/2006/main" prst="rect">
            <a:avLst/>
          </a:prstGeom>
          <a:solidFill xmlns:a="http://schemas.openxmlformats.org/drawingml/2006/main">
            <a:srgbClr val="79A817"/>
          </a:solidFill>
          <a:ln xmlns:a="http://schemas.openxmlformats.org/drawingml/2006/main" w="0">
            <a:noFill/>
            <a:prstDash val="solid"/>
          </a:ln>
        </p:spPr>
      </p:sp>
      <p:sp>
        <p:nvSpPr>
          <p:cNvPr id="37" name="">
            <a:extLst xmlns:a="http://schemas.openxmlformats.org/drawingml/2006/main">
              <a:ext uri="{FF2B5EF4-FFF2-40B4-BE49-F238E27FC236}">
                <a16:creationId xmlns:a16="http://schemas.microsoft.com/office/drawing/2014/main" id="{9B636B8C-2477-410F-951A-6B8D77B48819}"/>
              </a:ext>
            </a:extLst>
          </p:cNvPr>
          <p:cNvSpPr>
            <a:spLocks xmlns:a="http://schemas.openxmlformats.org/drawingml/2006/main" noGrp="1"/>
          </p:cNvSpPr>
          <p:nvPr/>
        </p:nvSpPr>
        <p:spPr>
          <a:xfrm xmlns:a="http://schemas.openxmlformats.org/drawingml/2006/main">
            <a:off x="11144250" y="590550"/>
            <a:ext cx="47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1050" b="1">
                <a:solidFill>
                  <a:srgbClr val="526575"/>
                </a:solidFill>
              </a:defRPr>
            </a:pPr>
            <a:r>
              <a:rPr sz="1050" b="1">
                <a:solidFill>
                  <a:srgbClr val="526575"/>
                </a:solidFill>
              </a:rPr>
              <a:t>11</a:t>
            </a:r>
          </a:p>
        </p:txBody>
      </p:sp>
      <p:sp>
        <p:nvSpPr>
          <p:cNvPr id="38" name="">
            <a:extLst xmlns:a="http://schemas.openxmlformats.org/drawingml/2006/main">
              <a:ext uri="{FF2B5EF4-FFF2-40B4-BE49-F238E27FC236}">
                <a16:creationId xmlns:a16="http://schemas.microsoft.com/office/drawing/2014/main" id="{548220DF-2E4E-47B4-A240-23FC995F5D37}"/>
              </a:ext>
            </a:extLst>
          </p:cNvPr>
          <p:cNvSpPr>
            <a:spLocks xmlns:a="http://schemas.openxmlformats.org/drawingml/2006/main" noGrp="1"/>
          </p:cNvSpPr>
          <p:nvPr/>
        </p:nvSpPr>
        <p:spPr>
          <a:xfrm xmlns:a="http://schemas.openxmlformats.org/drawingml/2006/main">
            <a:off x="685800" y="1257300"/>
            <a:ext cx="36195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4800" b="1">
                <a:solidFill>
                  <a:srgbClr val="1454A3"/>
                </a:solidFill>
              </a:defRPr>
            </a:pPr>
            <a:r>
              <a:rPr sz="4800" b="1">
                <a:solidFill>
                  <a:srgbClr val="1454A3"/>
                </a:solidFill>
              </a:rPr>
              <a:t>$25,000</a:t>
            </a:r>
          </a:p>
        </p:txBody>
      </p:sp>
      <p:sp>
        <p:nvSpPr>
          <p:cNvPr id="39" name="">
            <a:extLst xmlns:a="http://schemas.openxmlformats.org/drawingml/2006/main">
              <a:ext uri="{FF2B5EF4-FFF2-40B4-BE49-F238E27FC236}">
                <a16:creationId xmlns:a16="http://schemas.microsoft.com/office/drawing/2014/main" id="{B70C5055-210D-4EF7-8D68-F121F68F1901}"/>
              </a:ext>
            </a:extLst>
          </p:cNvPr>
          <p:cNvSpPr>
            <a:spLocks xmlns:a="http://schemas.openxmlformats.org/drawingml/2006/main" noGrp="1"/>
          </p:cNvSpPr>
          <p:nvPr/>
        </p:nvSpPr>
        <p:spPr>
          <a:xfrm xmlns:a="http://schemas.openxmlformats.org/drawingml/2006/main">
            <a:off x="685800" y="2247900"/>
            <a:ext cx="4476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102A43"/>
                </a:solidFill>
              </a:defRPr>
            </a:pPr>
            <a:r>
              <a:rPr sz="1875" b="1">
                <a:solidFill>
                  <a:srgbClr val="102A43"/>
                </a:solidFill>
              </a:rPr>
              <a:t>A planning request for one controlled test</a:t>
            </a:r>
          </a:p>
        </p:txBody>
      </p:sp>
      <p:sp>
        <p:nvSpPr>
          <p:cNvPr id="40" name="">
            <a:extLst xmlns:a="http://schemas.openxmlformats.org/drawingml/2006/main">
              <a:ext uri="{FF2B5EF4-FFF2-40B4-BE49-F238E27FC236}">
                <a16:creationId xmlns:a16="http://schemas.microsoft.com/office/drawing/2014/main" id="{F877E8A2-42E5-4A74-89F6-F855E7AA38B6}"/>
              </a:ext>
            </a:extLst>
          </p:cNvPr>
          <p:cNvSpPr>
            <a:spLocks xmlns:a="http://schemas.openxmlformats.org/drawingml/2006/main" noGrp="1"/>
          </p:cNvSpPr>
          <p:nvPr/>
        </p:nvSpPr>
        <p:spPr>
          <a:xfrm xmlns:a="http://schemas.openxmlformats.org/drawingml/2006/main">
            <a:off x="5619750" y="1219200"/>
            <a:ext cx="5429250" cy="552450"/>
          </a:xfrm>
          <a:prstGeom xmlns:a="http://schemas.openxmlformats.org/drawingml/2006/main" prst="roundRect">
            <a:avLst>
              <a:gd name="adj" fmla="val 20690"/>
            </a:avLst>
          </a:prstGeom>
          <a:solidFill xmlns:a="http://schemas.openxmlformats.org/drawingml/2006/main">
            <a:srgbClr val="EAF3FC"/>
          </a:solidFill>
          <a:ln xmlns:a="http://schemas.openxmlformats.org/drawingml/2006/main" w="0">
            <a:noFill/>
            <a:prstDash val="solid"/>
          </a:ln>
        </p:spPr>
      </p:sp>
      <p:sp>
        <p:nvSpPr>
          <p:cNvPr id="41" name="">
            <a:extLst xmlns:a="http://schemas.openxmlformats.org/drawingml/2006/main">
              <a:ext uri="{FF2B5EF4-FFF2-40B4-BE49-F238E27FC236}">
                <a16:creationId xmlns:a16="http://schemas.microsoft.com/office/drawing/2014/main" id="{1F3DE5EB-3A35-4F6E-AD4D-610E637E275D}"/>
              </a:ext>
            </a:extLst>
          </p:cNvPr>
          <p:cNvSpPr>
            <a:spLocks xmlns:a="http://schemas.openxmlformats.org/drawingml/2006/main" noGrp="1"/>
          </p:cNvSpPr>
          <p:nvPr/>
        </p:nvSpPr>
        <p:spPr>
          <a:xfrm xmlns:a="http://schemas.openxmlformats.org/drawingml/2006/main">
            <a:off x="5829300" y="1257300"/>
            <a:ext cx="37147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75" b="1">
                <a:solidFill>
                  <a:srgbClr val="102A43"/>
                </a:solidFill>
              </a:defRPr>
            </a:pPr>
            <a:r>
              <a:rPr sz="1575" b="1">
                <a:solidFill>
                  <a:srgbClr val="102A43"/>
                </a:solidFill>
              </a:rPr>
              <a:t>Lab, setup, and safety</a:t>
            </a:r>
          </a:p>
        </p:txBody>
      </p:sp>
      <p:sp>
        <p:nvSpPr>
          <p:cNvPr id="42" name="">
            <a:extLst xmlns:a="http://schemas.openxmlformats.org/drawingml/2006/main">
              <a:ext uri="{FF2B5EF4-FFF2-40B4-BE49-F238E27FC236}">
                <a16:creationId xmlns:a16="http://schemas.microsoft.com/office/drawing/2014/main" id="{75C429E5-527F-4DE1-AAA3-16E48B164EEB}"/>
              </a:ext>
            </a:extLst>
          </p:cNvPr>
          <p:cNvSpPr>
            <a:spLocks xmlns:a="http://schemas.openxmlformats.org/drawingml/2006/main" noGrp="1"/>
          </p:cNvSpPr>
          <p:nvPr/>
        </p:nvSpPr>
        <p:spPr>
          <a:xfrm xmlns:a="http://schemas.openxmlformats.org/drawingml/2006/main">
            <a:off x="9677400" y="1257300"/>
            <a:ext cx="1143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1650" b="1">
                <a:solidFill>
                  <a:srgbClr val="1454A3"/>
                </a:solidFill>
              </a:defRPr>
            </a:pPr>
            <a:r>
              <a:rPr sz="1650" b="1">
                <a:solidFill>
                  <a:srgbClr val="1454A3"/>
                </a:solidFill>
              </a:rPr>
              <a:t>$9,000</a:t>
            </a:r>
          </a:p>
        </p:txBody>
      </p:sp>
      <p:sp>
        <p:nvSpPr>
          <p:cNvPr id="43" name="">
            <a:extLst xmlns:a="http://schemas.openxmlformats.org/drawingml/2006/main">
              <a:ext uri="{FF2B5EF4-FFF2-40B4-BE49-F238E27FC236}">
                <a16:creationId xmlns:a16="http://schemas.microsoft.com/office/drawing/2014/main" id="{84F2FBF0-CDC7-47A7-B018-A4EE7349CB60}"/>
              </a:ext>
            </a:extLst>
          </p:cNvPr>
          <p:cNvSpPr>
            <a:spLocks xmlns:a="http://schemas.openxmlformats.org/drawingml/2006/main" noGrp="1"/>
          </p:cNvSpPr>
          <p:nvPr/>
        </p:nvSpPr>
        <p:spPr>
          <a:xfrm xmlns:a="http://schemas.openxmlformats.org/drawingml/2006/main">
            <a:off x="5619750" y="1943100"/>
            <a:ext cx="5429250" cy="552450"/>
          </a:xfrm>
          <a:prstGeom xmlns:a="http://schemas.openxmlformats.org/drawingml/2006/main" prst="roundRect">
            <a:avLst>
              <a:gd name="adj" fmla="val 20690"/>
            </a:avLst>
          </a:prstGeom>
          <a:solidFill xmlns:a="http://schemas.openxmlformats.org/drawingml/2006/main">
            <a:srgbClr val="F8FBFE"/>
          </a:solidFill>
          <a:ln xmlns:a="http://schemas.openxmlformats.org/drawingml/2006/main" w="0">
            <a:noFill/>
            <a:prstDash val="solid"/>
          </a:ln>
        </p:spPr>
      </p:sp>
      <p:sp>
        <p:nvSpPr>
          <p:cNvPr id="44" name="">
            <a:extLst xmlns:a="http://schemas.openxmlformats.org/drawingml/2006/main">
              <a:ext uri="{FF2B5EF4-FFF2-40B4-BE49-F238E27FC236}">
                <a16:creationId xmlns:a16="http://schemas.microsoft.com/office/drawing/2014/main" id="{A9BE8D20-3A9B-47D6-AE80-16367D708BD6}"/>
              </a:ext>
            </a:extLst>
          </p:cNvPr>
          <p:cNvSpPr>
            <a:spLocks xmlns:a="http://schemas.openxmlformats.org/drawingml/2006/main" noGrp="1"/>
          </p:cNvSpPr>
          <p:nvPr/>
        </p:nvSpPr>
        <p:spPr>
          <a:xfrm xmlns:a="http://schemas.openxmlformats.org/drawingml/2006/main">
            <a:off x="5829300" y="1981200"/>
            <a:ext cx="37147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75" b="0">
                <a:solidFill>
                  <a:srgbClr val="102A43"/>
                </a:solidFill>
              </a:defRPr>
            </a:pPr>
            <a:r>
              <a:rPr sz="1575" b="0">
                <a:solidFill>
                  <a:srgbClr val="102A43"/>
                </a:solidFill>
              </a:rPr>
              <a:t>Plasma and diagnostics expert</a:t>
            </a:r>
          </a:p>
        </p:txBody>
      </p:sp>
      <p:sp>
        <p:nvSpPr>
          <p:cNvPr id="45" name="">
            <a:extLst xmlns:a="http://schemas.openxmlformats.org/drawingml/2006/main">
              <a:ext uri="{FF2B5EF4-FFF2-40B4-BE49-F238E27FC236}">
                <a16:creationId xmlns:a16="http://schemas.microsoft.com/office/drawing/2014/main" id="{0080379B-FD98-47C2-A3A9-FEBC6A60E66C}"/>
              </a:ext>
            </a:extLst>
          </p:cNvPr>
          <p:cNvSpPr>
            <a:spLocks xmlns:a="http://schemas.openxmlformats.org/drawingml/2006/main" noGrp="1"/>
          </p:cNvSpPr>
          <p:nvPr/>
        </p:nvSpPr>
        <p:spPr>
          <a:xfrm xmlns:a="http://schemas.openxmlformats.org/drawingml/2006/main">
            <a:off x="9677400" y="1981200"/>
            <a:ext cx="1143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1650" b="1">
                <a:solidFill>
                  <a:srgbClr val="1454A3"/>
                </a:solidFill>
              </a:defRPr>
            </a:pPr>
            <a:r>
              <a:rPr sz="1650" b="1">
                <a:solidFill>
                  <a:srgbClr val="1454A3"/>
                </a:solidFill>
              </a:rPr>
              <a:t>$6,000</a:t>
            </a:r>
          </a:p>
        </p:txBody>
      </p:sp>
      <p:sp>
        <p:nvSpPr>
          <p:cNvPr id="46" name="">
            <a:extLst xmlns:a="http://schemas.openxmlformats.org/drawingml/2006/main">
              <a:ext uri="{FF2B5EF4-FFF2-40B4-BE49-F238E27FC236}">
                <a16:creationId xmlns:a16="http://schemas.microsoft.com/office/drawing/2014/main" id="{666FB491-F045-4BE8-BD71-222270E45E13}"/>
              </a:ext>
            </a:extLst>
          </p:cNvPr>
          <p:cNvSpPr>
            <a:spLocks xmlns:a="http://schemas.openxmlformats.org/drawingml/2006/main" noGrp="1"/>
          </p:cNvSpPr>
          <p:nvPr/>
        </p:nvSpPr>
        <p:spPr>
          <a:xfrm xmlns:a="http://schemas.openxmlformats.org/drawingml/2006/main">
            <a:off x="5619750" y="2667000"/>
            <a:ext cx="5429250" cy="552450"/>
          </a:xfrm>
          <a:prstGeom xmlns:a="http://schemas.openxmlformats.org/drawingml/2006/main" prst="roundRect">
            <a:avLst>
              <a:gd name="adj" fmla="val 20690"/>
            </a:avLst>
          </a:prstGeom>
          <a:solidFill xmlns:a="http://schemas.openxmlformats.org/drawingml/2006/main">
            <a:srgbClr val="EAF3FC"/>
          </a:solidFill>
          <a:ln xmlns:a="http://schemas.openxmlformats.org/drawingml/2006/main" w="0">
            <a:noFill/>
            <a:prstDash val="solid"/>
          </a:ln>
        </p:spPr>
      </p:sp>
      <p:sp>
        <p:nvSpPr>
          <p:cNvPr id="47" name="">
            <a:extLst xmlns:a="http://schemas.openxmlformats.org/drawingml/2006/main">
              <a:ext uri="{FF2B5EF4-FFF2-40B4-BE49-F238E27FC236}">
                <a16:creationId xmlns:a16="http://schemas.microsoft.com/office/drawing/2014/main" id="{AEB57D39-7A36-48E4-9156-485ABB3814AF}"/>
              </a:ext>
            </a:extLst>
          </p:cNvPr>
          <p:cNvSpPr>
            <a:spLocks xmlns:a="http://schemas.openxmlformats.org/drawingml/2006/main" noGrp="1"/>
          </p:cNvSpPr>
          <p:nvPr/>
        </p:nvSpPr>
        <p:spPr>
          <a:xfrm xmlns:a="http://schemas.openxmlformats.org/drawingml/2006/main">
            <a:off x="5829300" y="2705100"/>
            <a:ext cx="37147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75" b="0">
                <a:solidFill>
                  <a:srgbClr val="102A43"/>
                </a:solidFill>
              </a:defRPr>
            </a:pPr>
            <a:r>
              <a:rPr sz="1575" b="0">
                <a:solidFill>
                  <a:srgbClr val="102A43"/>
                </a:solidFill>
              </a:rPr>
              <a:t>Tools, calibration, and data</a:t>
            </a:r>
          </a:p>
        </p:txBody>
      </p:sp>
      <p:sp>
        <p:nvSpPr>
          <p:cNvPr id="48" name="">
            <a:extLst xmlns:a="http://schemas.openxmlformats.org/drawingml/2006/main">
              <a:ext uri="{FF2B5EF4-FFF2-40B4-BE49-F238E27FC236}">
                <a16:creationId xmlns:a16="http://schemas.microsoft.com/office/drawing/2014/main" id="{579A1224-FE6E-44BD-A526-906DEB0AFF68}"/>
              </a:ext>
            </a:extLst>
          </p:cNvPr>
          <p:cNvSpPr>
            <a:spLocks xmlns:a="http://schemas.openxmlformats.org/drawingml/2006/main" noGrp="1"/>
          </p:cNvSpPr>
          <p:nvPr/>
        </p:nvSpPr>
        <p:spPr>
          <a:xfrm xmlns:a="http://schemas.openxmlformats.org/drawingml/2006/main">
            <a:off x="9677400" y="2705100"/>
            <a:ext cx="1143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1650" b="1">
                <a:solidFill>
                  <a:srgbClr val="1454A3"/>
                </a:solidFill>
              </a:defRPr>
            </a:pPr>
            <a:r>
              <a:rPr sz="1650" b="1">
                <a:solidFill>
                  <a:srgbClr val="1454A3"/>
                </a:solidFill>
              </a:rPr>
              <a:t>$4,000</a:t>
            </a:r>
          </a:p>
        </p:txBody>
      </p:sp>
      <p:sp>
        <p:nvSpPr>
          <p:cNvPr id="49" name="">
            <a:extLst xmlns:a="http://schemas.openxmlformats.org/drawingml/2006/main">
              <a:ext uri="{FF2B5EF4-FFF2-40B4-BE49-F238E27FC236}">
                <a16:creationId xmlns:a16="http://schemas.microsoft.com/office/drawing/2014/main" id="{B99E2D32-2486-4F1D-9B2C-2AB48A67B5C7}"/>
              </a:ext>
            </a:extLst>
          </p:cNvPr>
          <p:cNvSpPr>
            <a:spLocks xmlns:a="http://schemas.openxmlformats.org/drawingml/2006/main" noGrp="1"/>
          </p:cNvSpPr>
          <p:nvPr/>
        </p:nvSpPr>
        <p:spPr>
          <a:xfrm xmlns:a="http://schemas.openxmlformats.org/drawingml/2006/main">
            <a:off x="5619750" y="3390900"/>
            <a:ext cx="5429250" cy="552450"/>
          </a:xfrm>
          <a:prstGeom xmlns:a="http://schemas.openxmlformats.org/drawingml/2006/main" prst="roundRect">
            <a:avLst>
              <a:gd name="adj" fmla="val 20690"/>
            </a:avLst>
          </a:prstGeom>
          <a:solidFill xmlns:a="http://schemas.openxmlformats.org/drawingml/2006/main">
            <a:srgbClr val="F8FBFE"/>
          </a:solidFill>
          <a:ln xmlns:a="http://schemas.openxmlformats.org/drawingml/2006/main" w="0">
            <a:noFill/>
            <a:prstDash val="solid"/>
          </a:ln>
        </p:spPr>
      </p:sp>
      <p:sp>
        <p:nvSpPr>
          <p:cNvPr id="50" name="">
            <a:extLst xmlns:a="http://schemas.openxmlformats.org/drawingml/2006/main">
              <a:ext uri="{FF2B5EF4-FFF2-40B4-BE49-F238E27FC236}">
                <a16:creationId xmlns:a16="http://schemas.microsoft.com/office/drawing/2014/main" id="{52A9D34F-3084-4E05-8680-CB86742C90D9}"/>
              </a:ext>
            </a:extLst>
          </p:cNvPr>
          <p:cNvSpPr>
            <a:spLocks xmlns:a="http://schemas.openxmlformats.org/drawingml/2006/main" noGrp="1"/>
          </p:cNvSpPr>
          <p:nvPr/>
        </p:nvSpPr>
        <p:spPr>
          <a:xfrm xmlns:a="http://schemas.openxmlformats.org/drawingml/2006/main">
            <a:off x="5829300" y="3429000"/>
            <a:ext cx="37147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75" b="0">
                <a:solidFill>
                  <a:srgbClr val="102A43"/>
                </a:solidFill>
              </a:defRPr>
            </a:pPr>
            <a:r>
              <a:rPr sz="1575" b="0">
                <a:solidFill>
                  <a:srgbClr val="102A43"/>
                </a:solidFill>
              </a:rPr>
              <a:t>Analyze data and re-run model</a:t>
            </a:r>
          </a:p>
        </p:txBody>
      </p:sp>
      <p:sp>
        <p:nvSpPr>
          <p:cNvPr id="51" name="">
            <a:extLst xmlns:a="http://schemas.openxmlformats.org/drawingml/2006/main">
              <a:ext uri="{FF2B5EF4-FFF2-40B4-BE49-F238E27FC236}">
                <a16:creationId xmlns:a16="http://schemas.microsoft.com/office/drawing/2014/main" id="{9B0CCDE5-DBB5-45F1-ACBA-E7A5AD1B365F}"/>
              </a:ext>
            </a:extLst>
          </p:cNvPr>
          <p:cNvSpPr>
            <a:spLocks xmlns:a="http://schemas.openxmlformats.org/drawingml/2006/main" noGrp="1"/>
          </p:cNvSpPr>
          <p:nvPr/>
        </p:nvSpPr>
        <p:spPr>
          <a:xfrm xmlns:a="http://schemas.openxmlformats.org/drawingml/2006/main">
            <a:off x="9677400" y="3429000"/>
            <a:ext cx="1143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1650" b="1">
                <a:solidFill>
                  <a:srgbClr val="1454A3"/>
                </a:solidFill>
              </a:defRPr>
            </a:pPr>
            <a:r>
              <a:rPr sz="1650" b="1">
                <a:solidFill>
                  <a:srgbClr val="1454A3"/>
                </a:solidFill>
              </a:rPr>
              <a:t>$3,000</a:t>
            </a:r>
          </a:p>
        </p:txBody>
      </p:sp>
      <p:sp>
        <p:nvSpPr>
          <p:cNvPr id="52" name="">
            <a:extLst xmlns:a="http://schemas.openxmlformats.org/drawingml/2006/main">
              <a:ext uri="{FF2B5EF4-FFF2-40B4-BE49-F238E27FC236}">
                <a16:creationId xmlns:a16="http://schemas.microsoft.com/office/drawing/2014/main" id="{51372180-294C-4088-B19D-97981F98F3EE}"/>
              </a:ext>
            </a:extLst>
          </p:cNvPr>
          <p:cNvSpPr>
            <a:spLocks xmlns:a="http://schemas.openxmlformats.org/drawingml/2006/main" noGrp="1"/>
          </p:cNvSpPr>
          <p:nvPr/>
        </p:nvSpPr>
        <p:spPr>
          <a:xfrm xmlns:a="http://schemas.openxmlformats.org/drawingml/2006/main">
            <a:off x="5619750" y="4114800"/>
            <a:ext cx="5429250" cy="552450"/>
          </a:xfrm>
          <a:prstGeom xmlns:a="http://schemas.openxmlformats.org/drawingml/2006/main" prst="roundRect">
            <a:avLst>
              <a:gd name="adj" fmla="val 20690"/>
            </a:avLst>
          </a:prstGeom>
          <a:solidFill xmlns:a="http://schemas.openxmlformats.org/drawingml/2006/main">
            <a:srgbClr val="EAF3FC"/>
          </a:solidFill>
          <a:ln xmlns:a="http://schemas.openxmlformats.org/drawingml/2006/main" w="0">
            <a:noFill/>
            <a:prstDash val="solid"/>
          </a:ln>
        </p:spPr>
      </p:sp>
      <p:sp>
        <p:nvSpPr>
          <p:cNvPr id="53" name="">
            <a:extLst xmlns:a="http://schemas.openxmlformats.org/drawingml/2006/main">
              <a:ext uri="{FF2B5EF4-FFF2-40B4-BE49-F238E27FC236}">
                <a16:creationId xmlns:a16="http://schemas.microsoft.com/office/drawing/2014/main" id="{B4D6D0C4-D08F-4D1B-A66E-3E7476EE0878}"/>
              </a:ext>
            </a:extLst>
          </p:cNvPr>
          <p:cNvSpPr>
            <a:spLocks xmlns:a="http://schemas.openxmlformats.org/drawingml/2006/main" noGrp="1"/>
          </p:cNvSpPr>
          <p:nvPr/>
        </p:nvSpPr>
        <p:spPr>
          <a:xfrm xmlns:a="http://schemas.openxmlformats.org/drawingml/2006/main">
            <a:off x="5829300" y="4152900"/>
            <a:ext cx="37147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75" b="0">
                <a:solidFill>
                  <a:srgbClr val="102A43"/>
                </a:solidFill>
              </a:defRPr>
            </a:pPr>
            <a:r>
              <a:rPr sz="1575" b="0">
                <a:solidFill>
                  <a:srgbClr val="102A43"/>
                </a:solidFill>
              </a:rPr>
              <a:t>Independent technical review</a:t>
            </a:r>
          </a:p>
        </p:txBody>
      </p:sp>
      <p:sp>
        <p:nvSpPr>
          <p:cNvPr id="54" name="">
            <a:extLst xmlns:a="http://schemas.openxmlformats.org/drawingml/2006/main">
              <a:ext uri="{FF2B5EF4-FFF2-40B4-BE49-F238E27FC236}">
                <a16:creationId xmlns:a16="http://schemas.microsoft.com/office/drawing/2014/main" id="{34FE2B02-A5F3-466E-9C4B-FBB7D734C7C3}"/>
              </a:ext>
            </a:extLst>
          </p:cNvPr>
          <p:cNvSpPr>
            <a:spLocks xmlns:a="http://schemas.openxmlformats.org/drawingml/2006/main" noGrp="1"/>
          </p:cNvSpPr>
          <p:nvPr/>
        </p:nvSpPr>
        <p:spPr>
          <a:xfrm xmlns:a="http://schemas.openxmlformats.org/drawingml/2006/main">
            <a:off x="9677400" y="4152900"/>
            <a:ext cx="1143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1650" b="1">
                <a:solidFill>
                  <a:srgbClr val="1454A3"/>
                </a:solidFill>
              </a:defRPr>
            </a:pPr>
            <a:r>
              <a:rPr sz="1650" b="1">
                <a:solidFill>
                  <a:srgbClr val="1454A3"/>
                </a:solidFill>
              </a:rPr>
              <a:t>$2,000</a:t>
            </a:r>
          </a:p>
        </p:txBody>
      </p:sp>
      <p:sp>
        <p:nvSpPr>
          <p:cNvPr id="55" name="">
            <a:extLst xmlns:a="http://schemas.openxmlformats.org/drawingml/2006/main">
              <a:ext uri="{FF2B5EF4-FFF2-40B4-BE49-F238E27FC236}">
                <a16:creationId xmlns:a16="http://schemas.microsoft.com/office/drawing/2014/main" id="{62DB3BCA-58AD-408E-A1CA-4FDCF2BD0418}"/>
              </a:ext>
            </a:extLst>
          </p:cNvPr>
          <p:cNvSpPr>
            <a:spLocks xmlns:a="http://schemas.openxmlformats.org/drawingml/2006/main" noGrp="1"/>
          </p:cNvSpPr>
          <p:nvPr/>
        </p:nvSpPr>
        <p:spPr>
          <a:xfrm xmlns:a="http://schemas.openxmlformats.org/drawingml/2006/main">
            <a:off x="5619750" y="4838700"/>
            <a:ext cx="5429250" cy="552450"/>
          </a:xfrm>
          <a:prstGeom xmlns:a="http://schemas.openxmlformats.org/drawingml/2006/main" prst="roundRect">
            <a:avLst>
              <a:gd name="adj" fmla="val 20690"/>
            </a:avLst>
          </a:prstGeom>
          <a:solidFill xmlns:a="http://schemas.openxmlformats.org/drawingml/2006/main">
            <a:srgbClr val="F8FBFE"/>
          </a:solidFill>
          <a:ln xmlns:a="http://schemas.openxmlformats.org/drawingml/2006/main" w="0">
            <a:noFill/>
            <a:prstDash val="solid"/>
          </a:ln>
        </p:spPr>
      </p:sp>
      <p:sp>
        <p:nvSpPr>
          <p:cNvPr id="56" name="">
            <a:extLst xmlns:a="http://schemas.openxmlformats.org/drawingml/2006/main">
              <a:ext uri="{FF2B5EF4-FFF2-40B4-BE49-F238E27FC236}">
                <a16:creationId xmlns:a16="http://schemas.microsoft.com/office/drawing/2014/main" id="{8E79D1E1-8C3C-48C0-8872-62DE9B65E1EE}"/>
              </a:ext>
            </a:extLst>
          </p:cNvPr>
          <p:cNvSpPr>
            <a:spLocks xmlns:a="http://schemas.openxmlformats.org/drawingml/2006/main" noGrp="1"/>
          </p:cNvSpPr>
          <p:nvPr/>
        </p:nvSpPr>
        <p:spPr>
          <a:xfrm xmlns:a="http://schemas.openxmlformats.org/drawingml/2006/main">
            <a:off x="5829300" y="4876800"/>
            <a:ext cx="37147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75" b="0">
                <a:solidFill>
                  <a:srgbClr val="102A43"/>
                </a:solidFill>
              </a:defRPr>
            </a:pPr>
            <a:r>
              <a:rPr sz="1575" b="0">
                <a:solidFill>
                  <a:srgbClr val="102A43"/>
                </a:solidFill>
              </a:rPr>
              <a:t>Open report and reproducibility</a:t>
            </a:r>
          </a:p>
        </p:txBody>
      </p:sp>
      <p:sp>
        <p:nvSpPr>
          <p:cNvPr id="57" name="">
            <a:extLst xmlns:a="http://schemas.openxmlformats.org/drawingml/2006/main">
              <a:ext uri="{FF2B5EF4-FFF2-40B4-BE49-F238E27FC236}">
                <a16:creationId xmlns:a16="http://schemas.microsoft.com/office/drawing/2014/main" id="{E39B084F-6D6C-4731-A50B-AED8222453DA}"/>
              </a:ext>
            </a:extLst>
          </p:cNvPr>
          <p:cNvSpPr>
            <a:spLocks xmlns:a="http://schemas.openxmlformats.org/drawingml/2006/main" noGrp="1"/>
          </p:cNvSpPr>
          <p:nvPr/>
        </p:nvSpPr>
        <p:spPr>
          <a:xfrm xmlns:a="http://schemas.openxmlformats.org/drawingml/2006/main">
            <a:off x="9677400" y="4876800"/>
            <a:ext cx="1143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1650" b="1">
                <a:solidFill>
                  <a:srgbClr val="1454A3"/>
                </a:solidFill>
              </a:defRPr>
            </a:pPr>
            <a:r>
              <a:rPr sz="1650" b="1">
                <a:solidFill>
                  <a:srgbClr val="1454A3"/>
                </a:solidFill>
              </a:rPr>
              <a:t>$1,000</a:t>
            </a:r>
          </a:p>
        </p:txBody>
      </p:sp>
      <p:sp>
        <p:nvSpPr>
          <p:cNvPr id="58" name="">
            <a:extLst xmlns:a="http://schemas.openxmlformats.org/drawingml/2006/main">
              <a:ext uri="{FF2B5EF4-FFF2-40B4-BE49-F238E27FC236}">
                <a16:creationId xmlns:a16="http://schemas.microsoft.com/office/drawing/2014/main" id="{425C0EEF-6E33-430D-B649-53CB72E144F7}"/>
              </a:ext>
            </a:extLst>
          </p:cNvPr>
          <p:cNvSpPr>
            <a:spLocks xmlns:a="http://schemas.openxmlformats.org/drawingml/2006/main" noGrp="1"/>
          </p:cNvSpPr>
          <p:nvPr/>
        </p:nvSpPr>
        <p:spPr>
          <a:xfrm xmlns:a="http://schemas.openxmlformats.org/drawingml/2006/main">
            <a:off x="781050" y="4495800"/>
            <a:ext cx="4095750" cy="876300"/>
          </a:xfrm>
          <a:prstGeom xmlns:a="http://schemas.openxmlformats.org/drawingml/2006/main" prst="roundRect">
            <a:avLst>
              <a:gd name="adj" fmla="val 17391"/>
            </a:avLst>
          </a:prstGeom>
          <a:solidFill xmlns:a="http://schemas.openxmlformats.org/drawingml/2006/main">
            <a:srgbClr val="EAF3D8"/>
          </a:solidFill>
          <a:ln xmlns:a="http://schemas.openxmlformats.org/drawingml/2006/main" w="9525">
            <a:solidFill>
              <a:srgbClr val="79A817"/>
            </a:solidFill>
            <a:prstDash val="solid"/>
          </a:ln>
        </p:spPr>
      </p:sp>
      <p:sp>
        <p:nvSpPr>
          <p:cNvPr id="59" name="">
            <a:extLst xmlns:a="http://schemas.openxmlformats.org/drawingml/2006/main">
              <a:ext uri="{FF2B5EF4-FFF2-40B4-BE49-F238E27FC236}">
                <a16:creationId xmlns:a16="http://schemas.microsoft.com/office/drawing/2014/main" id="{3C79D3A2-FFA8-4A09-9A06-E8103CBCB28C}"/>
              </a:ext>
            </a:extLst>
          </p:cNvPr>
          <p:cNvSpPr>
            <a:spLocks xmlns:a="http://schemas.openxmlformats.org/drawingml/2006/main" noGrp="1"/>
          </p:cNvSpPr>
          <p:nvPr/>
        </p:nvSpPr>
        <p:spPr>
          <a:xfrm xmlns:a="http://schemas.openxmlformats.org/drawingml/2006/main">
            <a:off x="990600" y="4591050"/>
            <a:ext cx="36766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800" b="1">
                <a:solidFill>
                  <a:srgbClr val="79A817"/>
                </a:solidFill>
              </a:defRPr>
            </a:pPr>
            <a:r>
              <a:rPr sz="1800" b="1">
                <a:solidFill>
                  <a:srgbClr val="79A817"/>
                </a:solidFill>
              </a:rPr>
              <a:t>A useful negative result still saves future money.</a:t>
            </a:r>
          </a:p>
        </p:txBody>
      </p:sp>
      <p:sp>
        <p:nvSpPr>
          <p:cNvPr id="60" name="">
            <a:extLst xmlns:a="http://schemas.openxmlformats.org/drawingml/2006/main">
              <a:ext uri="{FF2B5EF4-FFF2-40B4-BE49-F238E27FC236}">
                <a16:creationId xmlns:a16="http://schemas.microsoft.com/office/drawing/2014/main" id="{7FAD4FAB-A056-4FA6-B497-481184D684F9}"/>
              </a:ext>
            </a:extLst>
          </p:cNvPr>
          <p:cNvSpPr>
            <a:spLocks xmlns:a="http://schemas.openxmlformats.org/drawingml/2006/main" noGrp="1"/>
          </p:cNvSpPr>
          <p:nvPr/>
        </p:nvSpPr>
        <p:spPr>
          <a:xfrm xmlns:a="http://schemas.openxmlformats.org/drawingml/2006/main">
            <a:off x="609600" y="6419850"/>
            <a:ext cx="666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26575"/>
                </a:solidFill>
              </a:defRPr>
            </a:pPr>
            <a:r>
              <a:rPr sz="900" b="1">
                <a:solidFill>
                  <a:srgbClr val="526575"/>
                </a:solidFill>
              </a:rPr>
              <a:t>CRTFE P2  |  CONCEPT ONLY - NOT FLIGHT READY</a:t>
            </a:r>
          </a:p>
        </p:txBody>
      </p:sp>
      <p:sp>
        <p:nvSpPr>
          <p:cNvPr id="61" name="">
            <a:extLst xmlns:a="http://schemas.openxmlformats.org/drawingml/2006/main">
              <a:ext uri="{FF2B5EF4-FFF2-40B4-BE49-F238E27FC236}">
                <a16:creationId xmlns:a16="http://schemas.microsoft.com/office/drawing/2014/main" id="{6C4B3E57-DB93-4688-BBDB-2B5E5D144670}"/>
              </a:ext>
            </a:extLst>
          </p:cNvPr>
          <p:cNvSpPr>
            <a:spLocks xmlns:a="http://schemas.openxmlformats.org/drawingml/2006/main" noGrp="1"/>
          </p:cNvSpPr>
          <p:nvPr/>
        </p:nvSpPr>
        <p:spPr>
          <a:xfrm xmlns:a="http://schemas.openxmlformats.org/drawingml/2006/main">
            <a:off x="7810500" y="6419850"/>
            <a:ext cx="3771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900" b="0">
                <a:solidFill>
                  <a:srgbClr val="526575"/>
                </a:solidFill>
              </a:defRPr>
            </a:pPr>
            <a:r>
              <a:rPr sz="900" b="0">
                <a:solidFill>
                  <a:srgbClr val="526575"/>
                </a:solidFill>
              </a:rPr>
              <a:t>Dorian Martin-Smith  |  Lawton, Oklahoma</a:t>
            </a:r>
          </a:p>
        </p:txBody>
      </p:sp>
    </p:spTree>
    <p:extLst>
      <p:ext uri="{BB962C8B-B14F-4D97-AF65-F5344CB8AC3E}">
        <p14:creationId xmlns:p14="http://schemas.microsoft.com/office/powerpoint/2010/main" val="390533983"/>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1" name="">
            <a:extLst xmlns:a="http://schemas.openxmlformats.org/drawingml/2006/main">
              <a:ext uri="{FF2B5EF4-FFF2-40B4-BE49-F238E27FC236}">
                <a16:creationId xmlns:a16="http://schemas.microsoft.com/office/drawing/2014/main" id="{2EE1B92F-E7E6-4A6B-B205-02A5D5DFD974}"/>
              </a:ext>
            </a:extLst>
          </p:cNvPr>
          <p:cNvSpPr>
            <a:spLocks xmlns:a="http://schemas.openxmlformats.org/drawingml/2006/main" noGrp="1"/>
          </p:cNvSpPr>
          <p:nvPr/>
        </p:nvSpPr>
        <p:spPr>
          <a:xfrm xmlns:a="http://schemas.openxmlformats.org/drawingml/2006/main">
            <a:off x="0" y="0"/>
            <a:ext cx="9525" cy="6858000"/>
          </a:xfrm>
          <a:prstGeom xmlns:a="http://schemas.openxmlformats.org/drawingml/2006/main" prst="rect">
            <a:avLst/>
          </a:prstGeom>
          <a:solidFill xmlns:a="http://schemas.openxmlformats.org/drawingml/2006/main">
            <a:srgbClr val="C9DDF2"/>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D6F8996E-9C03-4929-9619-635CFA7C6A47}"/>
              </a:ext>
            </a:extLst>
          </p:cNvPr>
          <p:cNvSpPr>
            <a:spLocks xmlns:a="http://schemas.openxmlformats.org/drawingml/2006/main" noGrp="1"/>
          </p:cNvSpPr>
          <p:nvPr/>
        </p:nvSpPr>
        <p:spPr>
          <a:xfrm xmlns:a="http://schemas.openxmlformats.org/drawingml/2006/main">
            <a:off x="609600" y="0"/>
            <a:ext cx="9525" cy="6858000"/>
          </a:xfrm>
          <a:prstGeom xmlns:a="http://schemas.openxmlformats.org/drawingml/2006/main" prst="rect">
            <a:avLst/>
          </a:prstGeom>
          <a:solidFill xmlns:a="http://schemas.openxmlformats.org/drawingml/2006/main">
            <a:srgbClr val="C9DDF2"/>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9A76AFE4-D378-4145-AB3B-EE9A41BB3306}"/>
              </a:ext>
            </a:extLst>
          </p:cNvPr>
          <p:cNvSpPr>
            <a:spLocks xmlns:a="http://schemas.openxmlformats.org/drawingml/2006/main" noGrp="1"/>
          </p:cNvSpPr>
          <p:nvPr/>
        </p:nvSpPr>
        <p:spPr>
          <a:xfrm xmlns:a="http://schemas.openxmlformats.org/drawingml/2006/main">
            <a:off x="1219200" y="0"/>
            <a:ext cx="9525" cy="6858000"/>
          </a:xfrm>
          <a:prstGeom xmlns:a="http://schemas.openxmlformats.org/drawingml/2006/main" prst="rect">
            <a:avLst/>
          </a:prstGeom>
          <a:solidFill xmlns:a="http://schemas.openxmlformats.org/drawingml/2006/main">
            <a:srgbClr val="C9DDF2"/>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E9BB0CFE-F01B-4469-A1A1-3AF4F30D91E3}"/>
              </a:ext>
            </a:extLst>
          </p:cNvPr>
          <p:cNvSpPr>
            <a:spLocks xmlns:a="http://schemas.openxmlformats.org/drawingml/2006/main" noGrp="1"/>
          </p:cNvSpPr>
          <p:nvPr/>
        </p:nvSpPr>
        <p:spPr>
          <a:xfrm xmlns:a="http://schemas.openxmlformats.org/drawingml/2006/main">
            <a:off x="1828800" y="0"/>
            <a:ext cx="9525" cy="6858000"/>
          </a:xfrm>
          <a:prstGeom xmlns:a="http://schemas.openxmlformats.org/drawingml/2006/main" prst="rect">
            <a:avLst/>
          </a:prstGeom>
          <a:solidFill xmlns:a="http://schemas.openxmlformats.org/drawingml/2006/main">
            <a:srgbClr val="C9DDF2"/>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2A87D3B6-8D70-44E2-8C5C-B4A344415939}"/>
              </a:ext>
            </a:extLst>
          </p:cNvPr>
          <p:cNvSpPr>
            <a:spLocks xmlns:a="http://schemas.openxmlformats.org/drawingml/2006/main" noGrp="1"/>
          </p:cNvSpPr>
          <p:nvPr/>
        </p:nvSpPr>
        <p:spPr>
          <a:xfrm xmlns:a="http://schemas.openxmlformats.org/drawingml/2006/main">
            <a:off x="2438400" y="0"/>
            <a:ext cx="9525" cy="6858000"/>
          </a:xfrm>
          <a:prstGeom xmlns:a="http://schemas.openxmlformats.org/drawingml/2006/main" prst="rect">
            <a:avLst/>
          </a:prstGeom>
          <a:solidFill xmlns:a="http://schemas.openxmlformats.org/drawingml/2006/main">
            <a:srgbClr val="C9DDF2"/>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E3971488-B80D-4211-AD10-56A93FD3AF62}"/>
              </a:ext>
            </a:extLst>
          </p:cNvPr>
          <p:cNvSpPr>
            <a:spLocks xmlns:a="http://schemas.openxmlformats.org/drawingml/2006/main" noGrp="1"/>
          </p:cNvSpPr>
          <p:nvPr/>
        </p:nvSpPr>
        <p:spPr>
          <a:xfrm xmlns:a="http://schemas.openxmlformats.org/drawingml/2006/main">
            <a:off x="3048000" y="0"/>
            <a:ext cx="9525" cy="6858000"/>
          </a:xfrm>
          <a:prstGeom xmlns:a="http://schemas.openxmlformats.org/drawingml/2006/main" prst="rect">
            <a:avLst/>
          </a:prstGeom>
          <a:solidFill xmlns:a="http://schemas.openxmlformats.org/drawingml/2006/main">
            <a:srgbClr val="C9DDF2"/>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43F05244-1F53-4F67-B2CA-8F1A537EB710}"/>
              </a:ext>
            </a:extLst>
          </p:cNvPr>
          <p:cNvSpPr>
            <a:spLocks xmlns:a="http://schemas.openxmlformats.org/drawingml/2006/main" noGrp="1"/>
          </p:cNvSpPr>
          <p:nvPr/>
        </p:nvSpPr>
        <p:spPr>
          <a:xfrm xmlns:a="http://schemas.openxmlformats.org/drawingml/2006/main">
            <a:off x="3657600" y="0"/>
            <a:ext cx="9525" cy="6858000"/>
          </a:xfrm>
          <a:prstGeom xmlns:a="http://schemas.openxmlformats.org/drawingml/2006/main" prst="rect">
            <a:avLst/>
          </a:prstGeom>
          <a:solidFill xmlns:a="http://schemas.openxmlformats.org/drawingml/2006/main">
            <a:srgbClr val="C9DDF2"/>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26E77A57-8930-4B35-9B4D-889344A52F2F}"/>
              </a:ext>
            </a:extLst>
          </p:cNvPr>
          <p:cNvSpPr>
            <a:spLocks xmlns:a="http://schemas.openxmlformats.org/drawingml/2006/main" noGrp="1"/>
          </p:cNvSpPr>
          <p:nvPr/>
        </p:nvSpPr>
        <p:spPr>
          <a:xfrm xmlns:a="http://schemas.openxmlformats.org/drawingml/2006/main">
            <a:off x="4267200" y="0"/>
            <a:ext cx="9525" cy="6858000"/>
          </a:xfrm>
          <a:prstGeom xmlns:a="http://schemas.openxmlformats.org/drawingml/2006/main" prst="rect">
            <a:avLst/>
          </a:prstGeom>
          <a:solidFill xmlns:a="http://schemas.openxmlformats.org/drawingml/2006/main">
            <a:srgbClr val="C9DDF2"/>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F11EFDFD-2A84-41D7-995D-11F95038CBCE}"/>
              </a:ext>
            </a:extLst>
          </p:cNvPr>
          <p:cNvSpPr>
            <a:spLocks xmlns:a="http://schemas.openxmlformats.org/drawingml/2006/main" noGrp="1"/>
          </p:cNvSpPr>
          <p:nvPr/>
        </p:nvSpPr>
        <p:spPr>
          <a:xfrm xmlns:a="http://schemas.openxmlformats.org/drawingml/2006/main">
            <a:off x="4876800" y="0"/>
            <a:ext cx="9525" cy="6858000"/>
          </a:xfrm>
          <a:prstGeom xmlns:a="http://schemas.openxmlformats.org/drawingml/2006/main" prst="rect">
            <a:avLst/>
          </a:prstGeom>
          <a:solidFill xmlns:a="http://schemas.openxmlformats.org/drawingml/2006/main">
            <a:srgbClr val="C9DDF2"/>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30983FB3-CB72-402E-986F-15017475E949}"/>
              </a:ext>
            </a:extLst>
          </p:cNvPr>
          <p:cNvSpPr>
            <a:spLocks xmlns:a="http://schemas.openxmlformats.org/drawingml/2006/main" noGrp="1"/>
          </p:cNvSpPr>
          <p:nvPr/>
        </p:nvSpPr>
        <p:spPr>
          <a:xfrm xmlns:a="http://schemas.openxmlformats.org/drawingml/2006/main">
            <a:off x="5486400" y="0"/>
            <a:ext cx="9525" cy="6858000"/>
          </a:xfrm>
          <a:prstGeom xmlns:a="http://schemas.openxmlformats.org/drawingml/2006/main" prst="rect">
            <a:avLst/>
          </a:prstGeom>
          <a:solidFill xmlns:a="http://schemas.openxmlformats.org/drawingml/2006/main">
            <a:srgbClr val="C9DDF2"/>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79119803-1D78-4E68-9DCC-B8D21CA3F6D9}"/>
              </a:ext>
            </a:extLst>
          </p:cNvPr>
          <p:cNvSpPr>
            <a:spLocks xmlns:a="http://schemas.openxmlformats.org/drawingml/2006/main" noGrp="1"/>
          </p:cNvSpPr>
          <p:nvPr/>
        </p:nvSpPr>
        <p:spPr>
          <a:xfrm xmlns:a="http://schemas.openxmlformats.org/drawingml/2006/main">
            <a:off x="6096000" y="0"/>
            <a:ext cx="9525" cy="6858000"/>
          </a:xfrm>
          <a:prstGeom xmlns:a="http://schemas.openxmlformats.org/drawingml/2006/main" prst="rect">
            <a:avLst/>
          </a:prstGeom>
          <a:solidFill xmlns:a="http://schemas.openxmlformats.org/drawingml/2006/main">
            <a:srgbClr val="C9DDF2"/>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EB13332F-316E-4495-8523-A7CF2559B845}"/>
              </a:ext>
            </a:extLst>
          </p:cNvPr>
          <p:cNvSpPr>
            <a:spLocks xmlns:a="http://schemas.openxmlformats.org/drawingml/2006/main" noGrp="1"/>
          </p:cNvSpPr>
          <p:nvPr/>
        </p:nvSpPr>
        <p:spPr>
          <a:xfrm xmlns:a="http://schemas.openxmlformats.org/drawingml/2006/main">
            <a:off x="6705600" y="0"/>
            <a:ext cx="9525" cy="6858000"/>
          </a:xfrm>
          <a:prstGeom xmlns:a="http://schemas.openxmlformats.org/drawingml/2006/main" prst="rect">
            <a:avLst/>
          </a:prstGeom>
          <a:solidFill xmlns:a="http://schemas.openxmlformats.org/drawingml/2006/main">
            <a:srgbClr val="C9DDF2"/>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C46D81CC-5382-4C11-AC11-6E97641C8EE8}"/>
              </a:ext>
            </a:extLst>
          </p:cNvPr>
          <p:cNvSpPr>
            <a:spLocks xmlns:a="http://schemas.openxmlformats.org/drawingml/2006/main" noGrp="1"/>
          </p:cNvSpPr>
          <p:nvPr/>
        </p:nvSpPr>
        <p:spPr>
          <a:xfrm xmlns:a="http://schemas.openxmlformats.org/drawingml/2006/main">
            <a:off x="7315200" y="0"/>
            <a:ext cx="9525" cy="6858000"/>
          </a:xfrm>
          <a:prstGeom xmlns:a="http://schemas.openxmlformats.org/drawingml/2006/main" prst="rect">
            <a:avLst/>
          </a:prstGeom>
          <a:solidFill xmlns:a="http://schemas.openxmlformats.org/drawingml/2006/main">
            <a:srgbClr val="C9DDF2"/>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61622435-A8A7-4309-AA33-8FDD16BB8B79}"/>
              </a:ext>
            </a:extLst>
          </p:cNvPr>
          <p:cNvSpPr>
            <a:spLocks xmlns:a="http://schemas.openxmlformats.org/drawingml/2006/main" noGrp="1"/>
          </p:cNvSpPr>
          <p:nvPr/>
        </p:nvSpPr>
        <p:spPr>
          <a:xfrm xmlns:a="http://schemas.openxmlformats.org/drawingml/2006/main">
            <a:off x="7924800" y="0"/>
            <a:ext cx="9525" cy="6858000"/>
          </a:xfrm>
          <a:prstGeom xmlns:a="http://schemas.openxmlformats.org/drawingml/2006/main" prst="rect">
            <a:avLst/>
          </a:prstGeom>
          <a:solidFill xmlns:a="http://schemas.openxmlformats.org/drawingml/2006/main">
            <a:srgbClr val="C9DDF2"/>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12040731-743B-4557-990C-D44C794FC790}"/>
              </a:ext>
            </a:extLst>
          </p:cNvPr>
          <p:cNvSpPr>
            <a:spLocks xmlns:a="http://schemas.openxmlformats.org/drawingml/2006/main" noGrp="1"/>
          </p:cNvSpPr>
          <p:nvPr/>
        </p:nvSpPr>
        <p:spPr>
          <a:xfrm xmlns:a="http://schemas.openxmlformats.org/drawingml/2006/main">
            <a:off x="8534400" y="0"/>
            <a:ext cx="9525" cy="6858000"/>
          </a:xfrm>
          <a:prstGeom xmlns:a="http://schemas.openxmlformats.org/drawingml/2006/main" prst="rect">
            <a:avLst/>
          </a:prstGeom>
          <a:solidFill xmlns:a="http://schemas.openxmlformats.org/drawingml/2006/main">
            <a:srgbClr val="C9DDF2"/>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AE40B7BB-4959-4319-924F-2B1CD9F60C71}"/>
              </a:ext>
            </a:extLst>
          </p:cNvPr>
          <p:cNvSpPr>
            <a:spLocks xmlns:a="http://schemas.openxmlformats.org/drawingml/2006/main" noGrp="1"/>
          </p:cNvSpPr>
          <p:nvPr/>
        </p:nvSpPr>
        <p:spPr>
          <a:xfrm xmlns:a="http://schemas.openxmlformats.org/drawingml/2006/main">
            <a:off x="9144000" y="0"/>
            <a:ext cx="9525" cy="6858000"/>
          </a:xfrm>
          <a:prstGeom xmlns:a="http://schemas.openxmlformats.org/drawingml/2006/main" prst="rect">
            <a:avLst/>
          </a:prstGeom>
          <a:solidFill xmlns:a="http://schemas.openxmlformats.org/drawingml/2006/main">
            <a:srgbClr val="C9DDF2"/>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ABBB7B5B-652D-4F97-ABDE-0E5E53252777}"/>
              </a:ext>
            </a:extLst>
          </p:cNvPr>
          <p:cNvSpPr>
            <a:spLocks xmlns:a="http://schemas.openxmlformats.org/drawingml/2006/main" noGrp="1"/>
          </p:cNvSpPr>
          <p:nvPr/>
        </p:nvSpPr>
        <p:spPr>
          <a:xfrm xmlns:a="http://schemas.openxmlformats.org/drawingml/2006/main">
            <a:off x="9753600" y="0"/>
            <a:ext cx="9525" cy="6858000"/>
          </a:xfrm>
          <a:prstGeom xmlns:a="http://schemas.openxmlformats.org/drawingml/2006/main" prst="rect">
            <a:avLst/>
          </a:prstGeom>
          <a:solidFill xmlns:a="http://schemas.openxmlformats.org/drawingml/2006/main">
            <a:srgbClr val="C9DDF2"/>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A0ED3F5C-FB59-49D3-A3A3-D5C0838C1E13}"/>
              </a:ext>
            </a:extLst>
          </p:cNvPr>
          <p:cNvSpPr>
            <a:spLocks xmlns:a="http://schemas.openxmlformats.org/drawingml/2006/main" noGrp="1"/>
          </p:cNvSpPr>
          <p:nvPr/>
        </p:nvSpPr>
        <p:spPr>
          <a:xfrm xmlns:a="http://schemas.openxmlformats.org/drawingml/2006/main">
            <a:off x="10363200" y="0"/>
            <a:ext cx="9525" cy="6858000"/>
          </a:xfrm>
          <a:prstGeom xmlns:a="http://schemas.openxmlformats.org/drawingml/2006/main" prst="rect">
            <a:avLst/>
          </a:prstGeom>
          <a:solidFill xmlns:a="http://schemas.openxmlformats.org/drawingml/2006/main">
            <a:srgbClr val="C9DDF2"/>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BEAA7632-F998-4705-9F9F-3030DFB714B5}"/>
              </a:ext>
            </a:extLst>
          </p:cNvPr>
          <p:cNvSpPr>
            <a:spLocks xmlns:a="http://schemas.openxmlformats.org/drawingml/2006/main" noGrp="1"/>
          </p:cNvSpPr>
          <p:nvPr/>
        </p:nvSpPr>
        <p:spPr>
          <a:xfrm xmlns:a="http://schemas.openxmlformats.org/drawingml/2006/main">
            <a:off x="10972800" y="0"/>
            <a:ext cx="9525" cy="6858000"/>
          </a:xfrm>
          <a:prstGeom xmlns:a="http://schemas.openxmlformats.org/drawingml/2006/main" prst="rect">
            <a:avLst/>
          </a:prstGeom>
          <a:solidFill xmlns:a="http://schemas.openxmlformats.org/drawingml/2006/main">
            <a:srgbClr val="C9DDF2"/>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EEA65AAB-7C98-40AF-8D33-1231C0FA40ED}"/>
              </a:ext>
            </a:extLst>
          </p:cNvPr>
          <p:cNvSpPr>
            <a:spLocks xmlns:a="http://schemas.openxmlformats.org/drawingml/2006/main" noGrp="1"/>
          </p:cNvSpPr>
          <p:nvPr/>
        </p:nvSpPr>
        <p:spPr>
          <a:xfrm xmlns:a="http://schemas.openxmlformats.org/drawingml/2006/main">
            <a:off x="11582400" y="0"/>
            <a:ext cx="9525" cy="6858000"/>
          </a:xfrm>
          <a:prstGeom xmlns:a="http://schemas.openxmlformats.org/drawingml/2006/main" prst="rect">
            <a:avLst/>
          </a:prstGeom>
          <a:solidFill xmlns:a="http://schemas.openxmlformats.org/drawingml/2006/main">
            <a:srgbClr val="C9DDF2"/>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801EFEB9-44FD-4D53-8A9C-2BE387517437}"/>
              </a:ext>
            </a:extLst>
          </p:cNvPr>
          <p:cNvSpPr>
            <a:spLocks xmlns:a="http://schemas.openxmlformats.org/drawingml/2006/main" noGrp="1"/>
          </p:cNvSpPr>
          <p:nvPr/>
        </p:nvSpPr>
        <p:spPr>
          <a:xfrm xmlns:a="http://schemas.openxmlformats.org/drawingml/2006/main">
            <a:off x="12192000" y="0"/>
            <a:ext cx="9525" cy="6858000"/>
          </a:xfrm>
          <a:prstGeom xmlns:a="http://schemas.openxmlformats.org/drawingml/2006/main" prst="rect">
            <a:avLst/>
          </a:prstGeom>
          <a:solidFill xmlns:a="http://schemas.openxmlformats.org/drawingml/2006/main">
            <a:srgbClr val="C9DDF2"/>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CFB31634-9020-4B13-A4DD-6AD7612A14C7}"/>
              </a:ext>
            </a:extLst>
          </p:cNvPr>
          <p:cNvSpPr>
            <a:spLocks xmlns:a="http://schemas.openxmlformats.org/drawingml/2006/main" noGrp="1"/>
          </p:cNvSpPr>
          <p:nvPr/>
        </p:nvSpPr>
        <p:spPr>
          <a:xfrm xmlns:a="http://schemas.openxmlformats.org/drawingml/2006/main">
            <a:off x="0" y="0"/>
            <a:ext cx="12192000" cy="9525"/>
          </a:xfrm>
          <a:prstGeom xmlns:a="http://schemas.openxmlformats.org/drawingml/2006/main" prst="rect">
            <a:avLst/>
          </a:prstGeom>
          <a:solidFill xmlns:a="http://schemas.openxmlformats.org/drawingml/2006/main">
            <a:srgbClr val="C9DDF2"/>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1804E8CD-1439-4E04-A550-A3B847C53EA4}"/>
              </a:ext>
            </a:extLst>
          </p:cNvPr>
          <p:cNvSpPr>
            <a:spLocks xmlns:a="http://schemas.openxmlformats.org/drawingml/2006/main" noGrp="1"/>
          </p:cNvSpPr>
          <p:nvPr/>
        </p:nvSpPr>
        <p:spPr>
          <a:xfrm xmlns:a="http://schemas.openxmlformats.org/drawingml/2006/main">
            <a:off x="0" y="609600"/>
            <a:ext cx="12192000" cy="9525"/>
          </a:xfrm>
          <a:prstGeom xmlns:a="http://schemas.openxmlformats.org/drawingml/2006/main" prst="rect">
            <a:avLst/>
          </a:prstGeom>
          <a:solidFill xmlns:a="http://schemas.openxmlformats.org/drawingml/2006/main">
            <a:srgbClr val="C9DDF2"/>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4DE2D03F-7B24-4E14-9AAF-6D3CEBBEE966}"/>
              </a:ext>
            </a:extLst>
          </p:cNvPr>
          <p:cNvSpPr>
            <a:spLocks xmlns:a="http://schemas.openxmlformats.org/drawingml/2006/main" noGrp="1"/>
          </p:cNvSpPr>
          <p:nvPr/>
        </p:nvSpPr>
        <p:spPr>
          <a:xfrm xmlns:a="http://schemas.openxmlformats.org/drawingml/2006/main">
            <a:off x="0" y="1219200"/>
            <a:ext cx="12192000" cy="9525"/>
          </a:xfrm>
          <a:prstGeom xmlns:a="http://schemas.openxmlformats.org/drawingml/2006/main" prst="rect">
            <a:avLst/>
          </a:prstGeom>
          <a:solidFill xmlns:a="http://schemas.openxmlformats.org/drawingml/2006/main">
            <a:srgbClr val="C9DDF2"/>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39B68FE7-5B09-43BB-BABC-FE880A933A9F}"/>
              </a:ext>
            </a:extLst>
          </p:cNvPr>
          <p:cNvSpPr>
            <a:spLocks xmlns:a="http://schemas.openxmlformats.org/drawingml/2006/main" noGrp="1"/>
          </p:cNvSpPr>
          <p:nvPr/>
        </p:nvSpPr>
        <p:spPr>
          <a:xfrm xmlns:a="http://schemas.openxmlformats.org/drawingml/2006/main">
            <a:off x="0" y="1828800"/>
            <a:ext cx="12192000" cy="9525"/>
          </a:xfrm>
          <a:prstGeom xmlns:a="http://schemas.openxmlformats.org/drawingml/2006/main" prst="rect">
            <a:avLst/>
          </a:prstGeom>
          <a:solidFill xmlns:a="http://schemas.openxmlformats.org/drawingml/2006/main">
            <a:srgbClr val="C9DDF2"/>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C066DC6D-13E4-4E50-9E43-04D2E963B0FD}"/>
              </a:ext>
            </a:extLst>
          </p:cNvPr>
          <p:cNvSpPr>
            <a:spLocks xmlns:a="http://schemas.openxmlformats.org/drawingml/2006/main" noGrp="1"/>
          </p:cNvSpPr>
          <p:nvPr/>
        </p:nvSpPr>
        <p:spPr>
          <a:xfrm xmlns:a="http://schemas.openxmlformats.org/drawingml/2006/main">
            <a:off x="0" y="2438400"/>
            <a:ext cx="12192000" cy="9525"/>
          </a:xfrm>
          <a:prstGeom xmlns:a="http://schemas.openxmlformats.org/drawingml/2006/main" prst="rect">
            <a:avLst/>
          </a:prstGeom>
          <a:solidFill xmlns:a="http://schemas.openxmlformats.org/drawingml/2006/main">
            <a:srgbClr val="C9DDF2"/>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A0908A53-E4BE-49EE-B0C8-8D7FBD92469C}"/>
              </a:ext>
            </a:extLst>
          </p:cNvPr>
          <p:cNvSpPr>
            <a:spLocks xmlns:a="http://schemas.openxmlformats.org/drawingml/2006/main" noGrp="1"/>
          </p:cNvSpPr>
          <p:nvPr/>
        </p:nvSpPr>
        <p:spPr>
          <a:xfrm xmlns:a="http://schemas.openxmlformats.org/drawingml/2006/main">
            <a:off x="0" y="3048000"/>
            <a:ext cx="12192000" cy="9525"/>
          </a:xfrm>
          <a:prstGeom xmlns:a="http://schemas.openxmlformats.org/drawingml/2006/main" prst="rect">
            <a:avLst/>
          </a:prstGeom>
          <a:solidFill xmlns:a="http://schemas.openxmlformats.org/drawingml/2006/main">
            <a:srgbClr val="C9DDF2"/>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7713D52D-A841-4FFB-A803-9AB8C341EC99}"/>
              </a:ext>
            </a:extLst>
          </p:cNvPr>
          <p:cNvSpPr>
            <a:spLocks xmlns:a="http://schemas.openxmlformats.org/drawingml/2006/main" noGrp="1"/>
          </p:cNvSpPr>
          <p:nvPr/>
        </p:nvSpPr>
        <p:spPr>
          <a:xfrm xmlns:a="http://schemas.openxmlformats.org/drawingml/2006/main">
            <a:off x="0" y="3657600"/>
            <a:ext cx="12192000" cy="9525"/>
          </a:xfrm>
          <a:prstGeom xmlns:a="http://schemas.openxmlformats.org/drawingml/2006/main" prst="rect">
            <a:avLst/>
          </a:prstGeom>
          <a:solidFill xmlns:a="http://schemas.openxmlformats.org/drawingml/2006/main">
            <a:srgbClr val="C9DDF2"/>
          </a:solidFill>
          <a:ln xmlns:a="http://schemas.openxmlformats.org/drawingml/2006/main" w="0">
            <a:noFill/>
            <a:prstDash val="solid"/>
          </a:ln>
        </p:spPr>
      </p:sp>
      <p:sp>
        <p:nvSpPr>
          <p:cNvPr id="29" name="">
            <a:extLst xmlns:a="http://schemas.openxmlformats.org/drawingml/2006/main">
              <a:ext uri="{FF2B5EF4-FFF2-40B4-BE49-F238E27FC236}">
                <a16:creationId xmlns:a16="http://schemas.microsoft.com/office/drawing/2014/main" id="{6B93F92B-C749-44A9-AE0B-18C3A9BDB826}"/>
              </a:ext>
            </a:extLst>
          </p:cNvPr>
          <p:cNvSpPr>
            <a:spLocks xmlns:a="http://schemas.openxmlformats.org/drawingml/2006/main" noGrp="1"/>
          </p:cNvSpPr>
          <p:nvPr/>
        </p:nvSpPr>
        <p:spPr>
          <a:xfrm xmlns:a="http://schemas.openxmlformats.org/drawingml/2006/main">
            <a:off x="0" y="4267200"/>
            <a:ext cx="12192000" cy="9525"/>
          </a:xfrm>
          <a:prstGeom xmlns:a="http://schemas.openxmlformats.org/drawingml/2006/main" prst="rect">
            <a:avLst/>
          </a:prstGeom>
          <a:solidFill xmlns:a="http://schemas.openxmlformats.org/drawingml/2006/main">
            <a:srgbClr val="C9DDF2"/>
          </a:solidFill>
          <a:ln xmlns:a="http://schemas.openxmlformats.org/drawingml/2006/main" w="0">
            <a:noFill/>
            <a:prstDash val="solid"/>
          </a:ln>
        </p:spPr>
      </p:sp>
      <p:sp>
        <p:nvSpPr>
          <p:cNvPr id="30" name="">
            <a:extLst xmlns:a="http://schemas.openxmlformats.org/drawingml/2006/main">
              <a:ext uri="{FF2B5EF4-FFF2-40B4-BE49-F238E27FC236}">
                <a16:creationId xmlns:a16="http://schemas.microsoft.com/office/drawing/2014/main" id="{D296B1AE-4C35-4C52-8BCA-9EA82109EAA3}"/>
              </a:ext>
            </a:extLst>
          </p:cNvPr>
          <p:cNvSpPr>
            <a:spLocks xmlns:a="http://schemas.openxmlformats.org/drawingml/2006/main" noGrp="1"/>
          </p:cNvSpPr>
          <p:nvPr/>
        </p:nvSpPr>
        <p:spPr>
          <a:xfrm xmlns:a="http://schemas.openxmlformats.org/drawingml/2006/main">
            <a:off x="0" y="4876800"/>
            <a:ext cx="12192000" cy="9525"/>
          </a:xfrm>
          <a:prstGeom xmlns:a="http://schemas.openxmlformats.org/drawingml/2006/main" prst="rect">
            <a:avLst/>
          </a:prstGeom>
          <a:solidFill xmlns:a="http://schemas.openxmlformats.org/drawingml/2006/main">
            <a:srgbClr val="C9DDF2"/>
          </a:solidFill>
          <a:ln xmlns:a="http://schemas.openxmlformats.org/drawingml/2006/main" w="0">
            <a:noFill/>
            <a:prstDash val="solid"/>
          </a:ln>
        </p:spPr>
      </p:sp>
      <p:sp>
        <p:nvSpPr>
          <p:cNvPr id="31" name="">
            <a:extLst xmlns:a="http://schemas.openxmlformats.org/drawingml/2006/main">
              <a:ext uri="{FF2B5EF4-FFF2-40B4-BE49-F238E27FC236}">
                <a16:creationId xmlns:a16="http://schemas.microsoft.com/office/drawing/2014/main" id="{58C25293-141C-413B-9F13-1CADE6A0F7A4}"/>
              </a:ext>
            </a:extLst>
          </p:cNvPr>
          <p:cNvSpPr>
            <a:spLocks xmlns:a="http://schemas.openxmlformats.org/drawingml/2006/main" noGrp="1"/>
          </p:cNvSpPr>
          <p:nvPr/>
        </p:nvSpPr>
        <p:spPr>
          <a:xfrm xmlns:a="http://schemas.openxmlformats.org/drawingml/2006/main">
            <a:off x="0" y="5486400"/>
            <a:ext cx="12192000" cy="9525"/>
          </a:xfrm>
          <a:prstGeom xmlns:a="http://schemas.openxmlformats.org/drawingml/2006/main" prst="rect">
            <a:avLst/>
          </a:prstGeom>
          <a:solidFill xmlns:a="http://schemas.openxmlformats.org/drawingml/2006/main">
            <a:srgbClr val="C9DDF2"/>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E1B1CAD2-9A59-486A-B35F-F89E2EB8AA6E}"/>
              </a:ext>
            </a:extLst>
          </p:cNvPr>
          <p:cNvSpPr>
            <a:spLocks xmlns:a="http://schemas.openxmlformats.org/drawingml/2006/main" noGrp="1"/>
          </p:cNvSpPr>
          <p:nvPr/>
        </p:nvSpPr>
        <p:spPr>
          <a:xfrm xmlns:a="http://schemas.openxmlformats.org/drawingml/2006/main">
            <a:off x="0" y="6096000"/>
            <a:ext cx="12192000" cy="9525"/>
          </a:xfrm>
          <a:prstGeom xmlns:a="http://schemas.openxmlformats.org/drawingml/2006/main" prst="rect">
            <a:avLst/>
          </a:prstGeom>
          <a:solidFill xmlns:a="http://schemas.openxmlformats.org/drawingml/2006/main">
            <a:srgbClr val="C9DDF2"/>
          </a:solidFill>
          <a:ln xmlns:a="http://schemas.openxmlformats.org/drawingml/2006/main" w="0">
            <a:noFill/>
            <a:prstDash val="solid"/>
          </a:ln>
        </p:spPr>
      </p:sp>
      <p:sp>
        <p:nvSpPr>
          <p:cNvPr id="33" name="">
            <a:extLst xmlns:a="http://schemas.openxmlformats.org/drawingml/2006/main">
              <a:ext uri="{FF2B5EF4-FFF2-40B4-BE49-F238E27FC236}">
                <a16:creationId xmlns:a16="http://schemas.microsoft.com/office/drawing/2014/main" id="{6D78116B-AC20-47C4-8FE7-A5177A756B41}"/>
              </a:ext>
            </a:extLst>
          </p:cNvPr>
          <p:cNvSpPr>
            <a:spLocks xmlns:a="http://schemas.openxmlformats.org/drawingml/2006/main" noGrp="1"/>
          </p:cNvSpPr>
          <p:nvPr/>
        </p:nvSpPr>
        <p:spPr>
          <a:xfrm xmlns:a="http://schemas.openxmlformats.org/drawingml/2006/main">
            <a:off x="0" y="6705600"/>
            <a:ext cx="12192000" cy="9525"/>
          </a:xfrm>
          <a:prstGeom xmlns:a="http://schemas.openxmlformats.org/drawingml/2006/main" prst="rect">
            <a:avLst/>
          </a:prstGeom>
          <a:solidFill xmlns:a="http://schemas.openxmlformats.org/drawingml/2006/main">
            <a:srgbClr val="C9DDF2"/>
          </a:solidFill>
          <a:ln xmlns:a="http://schemas.openxmlformats.org/drawingml/2006/main" w="0">
            <a:noFill/>
            <a:prstDash val="solid"/>
          </a:ln>
        </p:spPr>
      </p:sp>
      <p:sp>
        <p:nvSpPr>
          <p:cNvPr id="34" name="">
            <a:extLst xmlns:a="http://schemas.openxmlformats.org/drawingml/2006/main">
              <a:ext uri="{FF2B5EF4-FFF2-40B4-BE49-F238E27FC236}">
                <a16:creationId xmlns:a16="http://schemas.microsoft.com/office/drawing/2014/main" id="{B6590260-0A26-4EE7-83FD-AE4749561C74}"/>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79A817"/>
          </a:solidFill>
          <a:ln xmlns:a="http://schemas.openxmlformats.org/drawingml/2006/main" w="0">
            <a:noFill/>
            <a:prstDash val="solid"/>
          </a:ln>
        </p:spPr>
      </p:sp>
      <p:sp>
        <p:nvSpPr>
          <p:cNvPr id="35" name="">
            <a:extLst xmlns:a="http://schemas.openxmlformats.org/drawingml/2006/main">
              <a:ext uri="{FF2B5EF4-FFF2-40B4-BE49-F238E27FC236}">
                <a16:creationId xmlns:a16="http://schemas.microsoft.com/office/drawing/2014/main" id="{90240B9F-D14E-4066-A72C-72FDFFC19E41}"/>
              </a:ext>
            </a:extLst>
          </p:cNvPr>
          <p:cNvSpPr>
            <a:spLocks xmlns:a="http://schemas.openxmlformats.org/drawingml/2006/main" noGrp="1"/>
          </p:cNvSpPr>
          <p:nvPr/>
        </p:nvSpPr>
        <p:spPr>
          <a:xfrm xmlns:a="http://schemas.openxmlformats.org/drawingml/2006/main">
            <a:off x="590550" y="552450"/>
            <a:ext cx="10477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250" b="1">
                <a:solidFill>
                  <a:srgbClr val="102A43"/>
                </a:solidFill>
              </a:defRPr>
            </a:pPr>
            <a:r>
              <a:rPr sz="2250" b="1">
                <a:solidFill>
                  <a:srgbClr val="102A43"/>
                </a:solidFill>
              </a:rPr>
              <a:t>Our ask for OKFB</a:t>
            </a:r>
          </a:p>
        </p:txBody>
      </p:sp>
      <p:sp>
        <p:nvSpPr>
          <p:cNvPr id="36" name="">
            <a:extLst xmlns:a="http://schemas.openxmlformats.org/drawingml/2006/main">
              <a:ext uri="{FF2B5EF4-FFF2-40B4-BE49-F238E27FC236}">
                <a16:creationId xmlns:a16="http://schemas.microsoft.com/office/drawing/2014/main" id="{9D4ECA12-23A3-4A74-865E-B6407B805EFC}"/>
              </a:ext>
            </a:extLst>
          </p:cNvPr>
          <p:cNvSpPr>
            <a:spLocks xmlns:a="http://schemas.openxmlformats.org/drawingml/2006/main" noGrp="1"/>
          </p:cNvSpPr>
          <p:nvPr/>
        </p:nvSpPr>
        <p:spPr>
          <a:xfrm xmlns:a="http://schemas.openxmlformats.org/drawingml/2006/main">
            <a:off x="590550" y="1190625"/>
            <a:ext cx="990600" cy="47625"/>
          </a:xfrm>
          <a:prstGeom xmlns:a="http://schemas.openxmlformats.org/drawingml/2006/main" prst="rect">
            <a:avLst/>
          </a:prstGeom>
          <a:solidFill xmlns:a="http://schemas.openxmlformats.org/drawingml/2006/main">
            <a:srgbClr val="79A817"/>
          </a:solidFill>
          <a:ln xmlns:a="http://schemas.openxmlformats.org/drawingml/2006/main" w="0">
            <a:noFill/>
            <a:prstDash val="solid"/>
          </a:ln>
        </p:spPr>
      </p:sp>
      <p:sp>
        <p:nvSpPr>
          <p:cNvPr id="37" name="">
            <a:extLst xmlns:a="http://schemas.openxmlformats.org/drawingml/2006/main">
              <a:ext uri="{FF2B5EF4-FFF2-40B4-BE49-F238E27FC236}">
                <a16:creationId xmlns:a16="http://schemas.microsoft.com/office/drawing/2014/main" id="{3BCE05D3-08A0-4C71-A2C2-2C4B2C2F66F3}"/>
              </a:ext>
            </a:extLst>
          </p:cNvPr>
          <p:cNvSpPr>
            <a:spLocks xmlns:a="http://schemas.openxmlformats.org/drawingml/2006/main" noGrp="1"/>
          </p:cNvSpPr>
          <p:nvPr/>
        </p:nvSpPr>
        <p:spPr>
          <a:xfrm xmlns:a="http://schemas.openxmlformats.org/drawingml/2006/main">
            <a:off x="11144250" y="590550"/>
            <a:ext cx="47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1050" b="1">
                <a:solidFill>
                  <a:srgbClr val="526575"/>
                </a:solidFill>
              </a:defRPr>
            </a:pPr>
            <a:r>
              <a:rPr sz="1050" b="1">
                <a:solidFill>
                  <a:srgbClr val="526575"/>
                </a:solidFill>
              </a:rPr>
              <a:t>12</a:t>
            </a:r>
          </a:p>
        </p:txBody>
      </p:sp>
      <p:sp>
        <p:nvSpPr>
          <p:cNvPr id="38" name="">
            <a:extLst xmlns:a="http://schemas.openxmlformats.org/drawingml/2006/main">
              <a:ext uri="{FF2B5EF4-FFF2-40B4-BE49-F238E27FC236}">
                <a16:creationId xmlns:a16="http://schemas.microsoft.com/office/drawing/2014/main" id="{DC5E8D32-B25A-4DA3-9A0E-71B667AC2B3D}"/>
              </a:ext>
            </a:extLst>
          </p:cNvPr>
          <p:cNvSpPr>
            <a:spLocks xmlns:a="http://schemas.openxmlformats.org/drawingml/2006/main" noGrp="1"/>
          </p:cNvSpPr>
          <p:nvPr/>
        </p:nvSpPr>
        <p:spPr>
          <a:xfrm xmlns:a="http://schemas.openxmlformats.org/drawingml/2006/main">
            <a:off x="876300" y="1504950"/>
            <a:ext cx="723900" cy="723900"/>
          </a:xfrm>
          <a:prstGeom xmlns:a="http://schemas.openxmlformats.org/drawingml/2006/main" prst="roundRect">
            <a:avLst>
              <a:gd name="adj" fmla="val 50000"/>
            </a:avLst>
          </a:prstGeom>
          <a:solidFill xmlns:a="http://schemas.openxmlformats.org/drawingml/2006/main">
            <a:srgbClr val="79A817"/>
          </a:solidFill>
          <a:ln xmlns:a="http://schemas.openxmlformats.org/drawingml/2006/main" w="9525">
            <a:solidFill>
              <a:srgbClr val="79A817"/>
            </a:solidFill>
            <a:prstDash val="solid"/>
          </a:ln>
        </p:spPr>
      </p:sp>
      <p:sp>
        <p:nvSpPr>
          <p:cNvPr id="39" name="">
            <a:extLst xmlns:a="http://schemas.openxmlformats.org/drawingml/2006/main">
              <a:ext uri="{FF2B5EF4-FFF2-40B4-BE49-F238E27FC236}">
                <a16:creationId xmlns:a16="http://schemas.microsoft.com/office/drawing/2014/main" id="{BFB341E1-2D58-453A-A35B-12CED86EB804}"/>
              </a:ext>
            </a:extLst>
          </p:cNvPr>
          <p:cNvSpPr>
            <a:spLocks xmlns:a="http://schemas.openxmlformats.org/drawingml/2006/main" noGrp="1"/>
          </p:cNvSpPr>
          <p:nvPr/>
        </p:nvSpPr>
        <p:spPr>
          <a:xfrm xmlns:a="http://schemas.openxmlformats.org/drawingml/2006/main">
            <a:off x="876300" y="1504950"/>
            <a:ext cx="7239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2400" b="1">
                <a:solidFill>
                  <a:srgbClr val="FFFFFF"/>
                </a:solidFill>
              </a:defRPr>
            </a:pPr>
            <a:r>
              <a:rPr sz="2400" b="1">
                <a:solidFill>
                  <a:srgbClr val="FFFFFF"/>
                </a:solidFill>
              </a:rPr>
              <a:t>1</a:t>
            </a:r>
          </a:p>
        </p:txBody>
      </p:sp>
      <p:sp>
        <p:nvSpPr>
          <p:cNvPr id="40" name="">
            <a:extLst xmlns:a="http://schemas.openxmlformats.org/drawingml/2006/main">
              <a:ext uri="{FF2B5EF4-FFF2-40B4-BE49-F238E27FC236}">
                <a16:creationId xmlns:a16="http://schemas.microsoft.com/office/drawing/2014/main" id="{EEF9DA41-19F7-4FBF-993A-C3E0C3CA6A5D}"/>
              </a:ext>
            </a:extLst>
          </p:cNvPr>
          <p:cNvSpPr>
            <a:spLocks xmlns:a="http://schemas.openxmlformats.org/drawingml/2006/main" noGrp="1"/>
          </p:cNvSpPr>
          <p:nvPr/>
        </p:nvSpPr>
        <p:spPr>
          <a:xfrm xmlns:a="http://schemas.openxmlformats.org/drawingml/2006/main">
            <a:off x="1924050" y="1466850"/>
            <a:ext cx="8953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100" b="1">
                <a:solidFill>
                  <a:srgbClr val="102A43"/>
                </a:solidFill>
              </a:defRPr>
            </a:pPr>
            <a:r>
              <a:rPr sz="2100" b="1">
                <a:solidFill>
                  <a:srgbClr val="102A43"/>
                </a:solidFill>
              </a:rPr>
              <a:t>Tell us which rural problems are worth studying.</a:t>
            </a:r>
          </a:p>
        </p:txBody>
      </p:sp>
      <p:sp>
        <p:nvSpPr>
          <p:cNvPr id="41" name="">
            <a:extLst xmlns:a="http://schemas.openxmlformats.org/drawingml/2006/main">
              <a:ext uri="{FF2B5EF4-FFF2-40B4-BE49-F238E27FC236}">
                <a16:creationId xmlns:a16="http://schemas.microsoft.com/office/drawing/2014/main" id="{53B28AF3-ABF3-4387-943E-6912FB22D221}"/>
              </a:ext>
            </a:extLst>
          </p:cNvPr>
          <p:cNvSpPr>
            <a:spLocks xmlns:a="http://schemas.openxmlformats.org/drawingml/2006/main" noGrp="1"/>
          </p:cNvSpPr>
          <p:nvPr/>
        </p:nvSpPr>
        <p:spPr>
          <a:xfrm xmlns:a="http://schemas.openxmlformats.org/drawingml/2006/main">
            <a:off x="876300" y="2762250"/>
            <a:ext cx="723900" cy="723900"/>
          </a:xfrm>
          <a:prstGeom xmlns:a="http://schemas.openxmlformats.org/drawingml/2006/main" prst="roundRect">
            <a:avLst>
              <a:gd name="adj" fmla="val 50000"/>
            </a:avLst>
          </a:prstGeom>
          <a:solidFill xmlns:a="http://schemas.openxmlformats.org/drawingml/2006/main">
            <a:srgbClr val="79A817"/>
          </a:solidFill>
          <a:ln xmlns:a="http://schemas.openxmlformats.org/drawingml/2006/main" w="9525">
            <a:solidFill>
              <a:srgbClr val="79A817"/>
            </a:solidFill>
            <a:prstDash val="solid"/>
          </a:ln>
        </p:spPr>
      </p:sp>
      <p:sp>
        <p:nvSpPr>
          <p:cNvPr id="42" name="">
            <a:extLst xmlns:a="http://schemas.openxmlformats.org/drawingml/2006/main">
              <a:ext uri="{FF2B5EF4-FFF2-40B4-BE49-F238E27FC236}">
                <a16:creationId xmlns:a16="http://schemas.microsoft.com/office/drawing/2014/main" id="{B40E173C-8761-4CF2-B82A-209A4D24F955}"/>
              </a:ext>
            </a:extLst>
          </p:cNvPr>
          <p:cNvSpPr>
            <a:spLocks xmlns:a="http://schemas.openxmlformats.org/drawingml/2006/main" noGrp="1"/>
          </p:cNvSpPr>
          <p:nvPr/>
        </p:nvSpPr>
        <p:spPr>
          <a:xfrm xmlns:a="http://schemas.openxmlformats.org/drawingml/2006/main">
            <a:off x="876300" y="2762250"/>
            <a:ext cx="7239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2400" b="1">
                <a:solidFill>
                  <a:srgbClr val="FFFFFF"/>
                </a:solidFill>
              </a:defRPr>
            </a:pPr>
            <a:r>
              <a:rPr sz="2400" b="1">
                <a:solidFill>
                  <a:srgbClr val="FFFFFF"/>
                </a:solidFill>
              </a:rPr>
              <a:t>2</a:t>
            </a:r>
          </a:p>
        </p:txBody>
      </p:sp>
      <p:sp>
        <p:nvSpPr>
          <p:cNvPr id="43" name="">
            <a:extLst xmlns:a="http://schemas.openxmlformats.org/drawingml/2006/main">
              <a:ext uri="{FF2B5EF4-FFF2-40B4-BE49-F238E27FC236}">
                <a16:creationId xmlns:a16="http://schemas.microsoft.com/office/drawing/2014/main" id="{0645B411-AF95-41BB-A258-D71D3ECD81DB}"/>
              </a:ext>
            </a:extLst>
          </p:cNvPr>
          <p:cNvSpPr>
            <a:spLocks xmlns:a="http://schemas.openxmlformats.org/drawingml/2006/main" noGrp="1"/>
          </p:cNvSpPr>
          <p:nvPr/>
        </p:nvSpPr>
        <p:spPr>
          <a:xfrm xmlns:a="http://schemas.openxmlformats.org/drawingml/2006/main">
            <a:off x="1924050" y="2724150"/>
            <a:ext cx="8953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100" b="1">
                <a:solidFill>
                  <a:srgbClr val="102A43"/>
                </a:solidFill>
              </a:defRPr>
            </a:pPr>
            <a:r>
              <a:rPr sz="2100" b="1">
                <a:solidFill>
                  <a:srgbClr val="102A43"/>
                </a:solidFill>
              </a:rPr>
              <a:t>Introduce us to a qualified Oklahoma lab, UAS group, or engineer.</a:t>
            </a:r>
          </a:p>
        </p:txBody>
      </p:sp>
      <p:sp>
        <p:nvSpPr>
          <p:cNvPr id="44" name="">
            <a:extLst xmlns:a="http://schemas.openxmlformats.org/drawingml/2006/main">
              <a:ext uri="{FF2B5EF4-FFF2-40B4-BE49-F238E27FC236}">
                <a16:creationId xmlns:a16="http://schemas.microsoft.com/office/drawing/2014/main" id="{7519F50A-0970-4EA9-AEE8-9D10C0B335DA}"/>
              </a:ext>
            </a:extLst>
          </p:cNvPr>
          <p:cNvSpPr>
            <a:spLocks xmlns:a="http://schemas.openxmlformats.org/drawingml/2006/main" noGrp="1"/>
          </p:cNvSpPr>
          <p:nvPr/>
        </p:nvSpPr>
        <p:spPr>
          <a:xfrm xmlns:a="http://schemas.openxmlformats.org/drawingml/2006/main">
            <a:off x="876300" y="4019550"/>
            <a:ext cx="723900" cy="723900"/>
          </a:xfrm>
          <a:prstGeom xmlns:a="http://schemas.openxmlformats.org/drawingml/2006/main" prst="roundRect">
            <a:avLst>
              <a:gd name="adj" fmla="val 50000"/>
            </a:avLst>
          </a:prstGeom>
          <a:solidFill xmlns:a="http://schemas.openxmlformats.org/drawingml/2006/main">
            <a:srgbClr val="79A817"/>
          </a:solidFill>
          <a:ln xmlns:a="http://schemas.openxmlformats.org/drawingml/2006/main" w="9525">
            <a:solidFill>
              <a:srgbClr val="79A817"/>
            </a:solidFill>
            <a:prstDash val="solid"/>
          </a:ln>
        </p:spPr>
      </p:sp>
      <p:sp>
        <p:nvSpPr>
          <p:cNvPr id="45" name="">
            <a:extLst xmlns:a="http://schemas.openxmlformats.org/drawingml/2006/main">
              <a:ext uri="{FF2B5EF4-FFF2-40B4-BE49-F238E27FC236}">
                <a16:creationId xmlns:a16="http://schemas.microsoft.com/office/drawing/2014/main" id="{FAEE7EAE-6140-4DF5-A22E-4B934FD94CBF}"/>
              </a:ext>
            </a:extLst>
          </p:cNvPr>
          <p:cNvSpPr>
            <a:spLocks xmlns:a="http://schemas.openxmlformats.org/drawingml/2006/main" noGrp="1"/>
          </p:cNvSpPr>
          <p:nvPr/>
        </p:nvSpPr>
        <p:spPr>
          <a:xfrm xmlns:a="http://schemas.openxmlformats.org/drawingml/2006/main">
            <a:off x="876300" y="4019550"/>
            <a:ext cx="7239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2400" b="1">
                <a:solidFill>
                  <a:srgbClr val="FFFFFF"/>
                </a:solidFill>
              </a:defRPr>
            </a:pPr>
            <a:r>
              <a:rPr sz="2400" b="1">
                <a:solidFill>
                  <a:srgbClr val="FFFFFF"/>
                </a:solidFill>
              </a:rPr>
              <a:t>3</a:t>
            </a:r>
          </a:p>
        </p:txBody>
      </p:sp>
      <p:sp>
        <p:nvSpPr>
          <p:cNvPr id="46" name="">
            <a:extLst xmlns:a="http://schemas.openxmlformats.org/drawingml/2006/main">
              <a:ext uri="{FF2B5EF4-FFF2-40B4-BE49-F238E27FC236}">
                <a16:creationId xmlns:a16="http://schemas.microsoft.com/office/drawing/2014/main" id="{5856D4E5-4BDE-4758-A62D-936D3C9539A8}"/>
              </a:ext>
            </a:extLst>
          </p:cNvPr>
          <p:cNvSpPr>
            <a:spLocks xmlns:a="http://schemas.openxmlformats.org/drawingml/2006/main" noGrp="1"/>
          </p:cNvSpPr>
          <p:nvPr/>
        </p:nvSpPr>
        <p:spPr>
          <a:xfrm xmlns:a="http://schemas.openxmlformats.org/drawingml/2006/main">
            <a:off x="1924050" y="3981450"/>
            <a:ext cx="8953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100" b="1">
                <a:solidFill>
                  <a:srgbClr val="102A43"/>
                </a:solidFill>
              </a:defRPr>
            </a:pPr>
            <a:r>
              <a:rPr sz="2100" b="1">
                <a:solidFill>
                  <a:srgbClr val="102A43"/>
                </a:solidFill>
              </a:rPr>
              <a:t>Help us find the right accelerator, sponsor, or grant path for the $25,000 test.</a:t>
            </a:r>
          </a:p>
        </p:txBody>
      </p:sp>
      <p:sp>
        <p:nvSpPr>
          <p:cNvPr id="47" name="">
            <a:extLst xmlns:a="http://schemas.openxmlformats.org/drawingml/2006/main">
              <a:ext uri="{FF2B5EF4-FFF2-40B4-BE49-F238E27FC236}">
                <a16:creationId xmlns:a16="http://schemas.microsoft.com/office/drawing/2014/main" id="{8A1161C6-3F22-4D03-BB12-0266912A9036}"/>
              </a:ext>
            </a:extLst>
          </p:cNvPr>
          <p:cNvSpPr>
            <a:spLocks xmlns:a="http://schemas.openxmlformats.org/drawingml/2006/main" noGrp="1"/>
          </p:cNvSpPr>
          <p:nvPr/>
        </p:nvSpPr>
        <p:spPr>
          <a:xfrm xmlns:a="http://schemas.openxmlformats.org/drawingml/2006/main">
            <a:off x="2476500" y="5448300"/>
            <a:ext cx="7239000" cy="647700"/>
          </a:xfrm>
          <a:prstGeom xmlns:a="http://schemas.openxmlformats.org/drawingml/2006/main" prst="roundRect">
            <a:avLst>
              <a:gd name="adj" fmla="val 23529"/>
            </a:avLst>
          </a:prstGeom>
          <a:solidFill xmlns:a="http://schemas.openxmlformats.org/drawingml/2006/main">
            <a:srgbClr val="FAE9E7"/>
          </a:solidFill>
          <a:ln xmlns:a="http://schemas.openxmlformats.org/drawingml/2006/main" w="9525">
            <a:solidFill>
              <a:srgbClr val="B43B35"/>
            </a:solidFill>
            <a:prstDash val="solid"/>
          </a:ln>
        </p:spPr>
      </p:sp>
      <p:sp>
        <p:nvSpPr>
          <p:cNvPr id="48" name="">
            <a:extLst xmlns:a="http://schemas.openxmlformats.org/drawingml/2006/main">
              <a:ext uri="{FF2B5EF4-FFF2-40B4-BE49-F238E27FC236}">
                <a16:creationId xmlns:a16="http://schemas.microsoft.com/office/drawing/2014/main" id="{25D2957B-8266-4FB2-8486-A2B24BDC2381}"/>
              </a:ext>
            </a:extLst>
          </p:cNvPr>
          <p:cNvSpPr>
            <a:spLocks xmlns:a="http://schemas.openxmlformats.org/drawingml/2006/main" noGrp="1"/>
          </p:cNvSpPr>
          <p:nvPr/>
        </p:nvSpPr>
        <p:spPr>
          <a:xfrm xmlns:a="http://schemas.openxmlformats.org/drawingml/2006/main">
            <a:off x="2686050" y="5543550"/>
            <a:ext cx="68199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725" b="1">
                <a:solidFill>
                  <a:srgbClr val="B43B35"/>
                </a:solidFill>
              </a:defRPr>
            </a:pPr>
            <a:r>
              <a:rPr sz="1725" b="1">
                <a:solidFill>
                  <a:srgbClr val="B43B35"/>
                </a:solidFill>
              </a:rPr>
              <a:t>We are not asking OKFB to certify the physics.</a:t>
            </a:r>
          </a:p>
        </p:txBody>
      </p:sp>
      <p:sp>
        <p:nvSpPr>
          <p:cNvPr id="49" name="">
            <a:extLst xmlns:a="http://schemas.openxmlformats.org/drawingml/2006/main">
              <a:ext uri="{FF2B5EF4-FFF2-40B4-BE49-F238E27FC236}">
                <a16:creationId xmlns:a16="http://schemas.microsoft.com/office/drawing/2014/main" id="{0A0CA97A-96A7-45DA-8E61-538B678BD321}"/>
              </a:ext>
            </a:extLst>
          </p:cNvPr>
          <p:cNvSpPr>
            <a:spLocks xmlns:a="http://schemas.openxmlformats.org/drawingml/2006/main" noGrp="1"/>
          </p:cNvSpPr>
          <p:nvPr/>
        </p:nvSpPr>
        <p:spPr>
          <a:xfrm xmlns:a="http://schemas.openxmlformats.org/drawingml/2006/main">
            <a:off x="609600" y="6419850"/>
            <a:ext cx="666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26575"/>
                </a:solidFill>
              </a:defRPr>
            </a:pPr>
            <a:r>
              <a:rPr sz="900" b="1">
                <a:solidFill>
                  <a:srgbClr val="526575"/>
                </a:solidFill>
              </a:rPr>
              <a:t>CRTFE P2  |  CONCEPT ONLY - NOT FLIGHT READY</a:t>
            </a:r>
          </a:p>
        </p:txBody>
      </p:sp>
      <p:sp>
        <p:nvSpPr>
          <p:cNvPr id="50" name="">
            <a:extLst xmlns:a="http://schemas.openxmlformats.org/drawingml/2006/main">
              <a:ext uri="{FF2B5EF4-FFF2-40B4-BE49-F238E27FC236}">
                <a16:creationId xmlns:a16="http://schemas.microsoft.com/office/drawing/2014/main" id="{804CBE57-CF12-4629-A5C0-79E8A27853FB}"/>
              </a:ext>
            </a:extLst>
          </p:cNvPr>
          <p:cNvSpPr>
            <a:spLocks xmlns:a="http://schemas.openxmlformats.org/drawingml/2006/main" noGrp="1"/>
          </p:cNvSpPr>
          <p:nvPr/>
        </p:nvSpPr>
        <p:spPr>
          <a:xfrm xmlns:a="http://schemas.openxmlformats.org/drawingml/2006/main">
            <a:off x="7810500" y="6419850"/>
            <a:ext cx="3771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900" b="0">
                <a:solidFill>
                  <a:srgbClr val="526575"/>
                </a:solidFill>
              </a:defRPr>
            </a:pPr>
            <a:r>
              <a:rPr sz="900" b="0">
                <a:solidFill>
                  <a:srgbClr val="526575"/>
                </a:solidFill>
              </a:rPr>
              <a:t>Dorian Martin-Smith  |  Lawton, Oklahoma</a:t>
            </a:r>
          </a:p>
        </p:txBody>
      </p:sp>
    </p:spTree>
    <p:extLst>
      <p:ext uri="{BB962C8B-B14F-4D97-AF65-F5344CB8AC3E}">
        <p14:creationId xmlns:p14="http://schemas.microsoft.com/office/powerpoint/2010/main" val="252258464"/>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2" name="">
            <a:extLst xmlns:a="http://schemas.openxmlformats.org/drawingml/2006/main">
              <a:ext uri="{FF2B5EF4-FFF2-40B4-BE49-F238E27FC236}">
                <a16:creationId xmlns:a16="http://schemas.microsoft.com/office/drawing/2014/main" id="{F47072B2-72C2-4607-B80E-38DC82B21A0A}"/>
              </a:ext>
            </a:extLst>
          </p:cNvPr>
          <p:cNvSpPr>
            <a:spLocks xmlns:a="http://schemas.openxmlformats.org/drawingml/2006/main" noGrp="1"/>
          </p:cNvSpPr>
          <p:nvPr/>
        </p:nvSpPr>
        <p:spPr>
          <a:xfrm xmlns:a="http://schemas.openxmlformats.org/drawingml/2006/main">
            <a:off x="0" y="0"/>
            <a:ext cx="9525" cy="6858000"/>
          </a:xfrm>
          <a:prstGeom xmlns:a="http://schemas.openxmlformats.org/drawingml/2006/main" prst="rect">
            <a:avLst/>
          </a:prstGeom>
          <a:solidFill xmlns:a="http://schemas.openxmlformats.org/drawingml/2006/main">
            <a:srgbClr val="C9DDF2"/>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FF508640-3F76-4F33-8889-6A36D1E3A50F}"/>
              </a:ext>
            </a:extLst>
          </p:cNvPr>
          <p:cNvSpPr>
            <a:spLocks xmlns:a="http://schemas.openxmlformats.org/drawingml/2006/main" noGrp="1"/>
          </p:cNvSpPr>
          <p:nvPr/>
        </p:nvSpPr>
        <p:spPr>
          <a:xfrm xmlns:a="http://schemas.openxmlformats.org/drawingml/2006/main">
            <a:off x="609600" y="0"/>
            <a:ext cx="9525" cy="6858000"/>
          </a:xfrm>
          <a:prstGeom xmlns:a="http://schemas.openxmlformats.org/drawingml/2006/main" prst="rect">
            <a:avLst/>
          </a:prstGeom>
          <a:solidFill xmlns:a="http://schemas.openxmlformats.org/drawingml/2006/main">
            <a:srgbClr val="C9DDF2"/>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D084E5E0-D34F-41E7-9CCF-F1ECBEB9B720}"/>
              </a:ext>
            </a:extLst>
          </p:cNvPr>
          <p:cNvSpPr>
            <a:spLocks xmlns:a="http://schemas.openxmlformats.org/drawingml/2006/main" noGrp="1"/>
          </p:cNvSpPr>
          <p:nvPr/>
        </p:nvSpPr>
        <p:spPr>
          <a:xfrm xmlns:a="http://schemas.openxmlformats.org/drawingml/2006/main">
            <a:off x="1219200" y="0"/>
            <a:ext cx="9525" cy="6858000"/>
          </a:xfrm>
          <a:prstGeom xmlns:a="http://schemas.openxmlformats.org/drawingml/2006/main" prst="rect">
            <a:avLst/>
          </a:prstGeom>
          <a:solidFill xmlns:a="http://schemas.openxmlformats.org/drawingml/2006/main">
            <a:srgbClr val="C9DDF2"/>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AFF1D5B8-ED49-4D09-A342-49E0B6254BC9}"/>
              </a:ext>
            </a:extLst>
          </p:cNvPr>
          <p:cNvSpPr>
            <a:spLocks xmlns:a="http://schemas.openxmlformats.org/drawingml/2006/main" noGrp="1"/>
          </p:cNvSpPr>
          <p:nvPr/>
        </p:nvSpPr>
        <p:spPr>
          <a:xfrm xmlns:a="http://schemas.openxmlformats.org/drawingml/2006/main">
            <a:off x="1828800" y="0"/>
            <a:ext cx="9525" cy="6858000"/>
          </a:xfrm>
          <a:prstGeom xmlns:a="http://schemas.openxmlformats.org/drawingml/2006/main" prst="rect">
            <a:avLst/>
          </a:prstGeom>
          <a:solidFill xmlns:a="http://schemas.openxmlformats.org/drawingml/2006/main">
            <a:srgbClr val="C9DDF2"/>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3301CE7E-C31F-4C8A-BF8B-25DE3A63F441}"/>
              </a:ext>
            </a:extLst>
          </p:cNvPr>
          <p:cNvSpPr>
            <a:spLocks xmlns:a="http://schemas.openxmlformats.org/drawingml/2006/main" noGrp="1"/>
          </p:cNvSpPr>
          <p:nvPr/>
        </p:nvSpPr>
        <p:spPr>
          <a:xfrm xmlns:a="http://schemas.openxmlformats.org/drawingml/2006/main">
            <a:off x="2438400" y="0"/>
            <a:ext cx="9525" cy="6858000"/>
          </a:xfrm>
          <a:prstGeom xmlns:a="http://schemas.openxmlformats.org/drawingml/2006/main" prst="rect">
            <a:avLst/>
          </a:prstGeom>
          <a:solidFill xmlns:a="http://schemas.openxmlformats.org/drawingml/2006/main">
            <a:srgbClr val="C9DDF2"/>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59F432A6-84E3-47A9-AD86-47ECE15ADB4D}"/>
              </a:ext>
            </a:extLst>
          </p:cNvPr>
          <p:cNvSpPr>
            <a:spLocks xmlns:a="http://schemas.openxmlformats.org/drawingml/2006/main" noGrp="1"/>
          </p:cNvSpPr>
          <p:nvPr/>
        </p:nvSpPr>
        <p:spPr>
          <a:xfrm xmlns:a="http://schemas.openxmlformats.org/drawingml/2006/main">
            <a:off x="3048000" y="0"/>
            <a:ext cx="9525" cy="6858000"/>
          </a:xfrm>
          <a:prstGeom xmlns:a="http://schemas.openxmlformats.org/drawingml/2006/main" prst="rect">
            <a:avLst/>
          </a:prstGeom>
          <a:solidFill xmlns:a="http://schemas.openxmlformats.org/drawingml/2006/main">
            <a:srgbClr val="C9DDF2"/>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29505974-EB30-41BD-AA7B-CB05C8427FC9}"/>
              </a:ext>
            </a:extLst>
          </p:cNvPr>
          <p:cNvSpPr>
            <a:spLocks xmlns:a="http://schemas.openxmlformats.org/drawingml/2006/main" noGrp="1"/>
          </p:cNvSpPr>
          <p:nvPr/>
        </p:nvSpPr>
        <p:spPr>
          <a:xfrm xmlns:a="http://schemas.openxmlformats.org/drawingml/2006/main">
            <a:off x="3657600" y="0"/>
            <a:ext cx="9525" cy="6858000"/>
          </a:xfrm>
          <a:prstGeom xmlns:a="http://schemas.openxmlformats.org/drawingml/2006/main" prst="rect">
            <a:avLst/>
          </a:prstGeom>
          <a:solidFill xmlns:a="http://schemas.openxmlformats.org/drawingml/2006/main">
            <a:srgbClr val="C9DDF2"/>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E3F87262-6679-4E6F-8ECC-82C528C12199}"/>
              </a:ext>
            </a:extLst>
          </p:cNvPr>
          <p:cNvSpPr>
            <a:spLocks xmlns:a="http://schemas.openxmlformats.org/drawingml/2006/main" noGrp="1"/>
          </p:cNvSpPr>
          <p:nvPr/>
        </p:nvSpPr>
        <p:spPr>
          <a:xfrm xmlns:a="http://schemas.openxmlformats.org/drawingml/2006/main">
            <a:off x="4267200" y="0"/>
            <a:ext cx="9525" cy="6858000"/>
          </a:xfrm>
          <a:prstGeom xmlns:a="http://schemas.openxmlformats.org/drawingml/2006/main" prst="rect">
            <a:avLst/>
          </a:prstGeom>
          <a:solidFill xmlns:a="http://schemas.openxmlformats.org/drawingml/2006/main">
            <a:srgbClr val="C9DDF2"/>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D4D5E664-E4B5-4ED9-84D0-1837725CB381}"/>
              </a:ext>
            </a:extLst>
          </p:cNvPr>
          <p:cNvSpPr>
            <a:spLocks xmlns:a="http://schemas.openxmlformats.org/drawingml/2006/main" noGrp="1"/>
          </p:cNvSpPr>
          <p:nvPr/>
        </p:nvSpPr>
        <p:spPr>
          <a:xfrm xmlns:a="http://schemas.openxmlformats.org/drawingml/2006/main">
            <a:off x="4876800" y="0"/>
            <a:ext cx="9525" cy="6858000"/>
          </a:xfrm>
          <a:prstGeom xmlns:a="http://schemas.openxmlformats.org/drawingml/2006/main" prst="rect">
            <a:avLst/>
          </a:prstGeom>
          <a:solidFill xmlns:a="http://schemas.openxmlformats.org/drawingml/2006/main">
            <a:srgbClr val="C9DDF2"/>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957B30C3-1BA0-48F8-A7EF-230704999BAC}"/>
              </a:ext>
            </a:extLst>
          </p:cNvPr>
          <p:cNvSpPr>
            <a:spLocks xmlns:a="http://schemas.openxmlformats.org/drawingml/2006/main" noGrp="1"/>
          </p:cNvSpPr>
          <p:nvPr/>
        </p:nvSpPr>
        <p:spPr>
          <a:xfrm xmlns:a="http://schemas.openxmlformats.org/drawingml/2006/main">
            <a:off x="5486400" y="0"/>
            <a:ext cx="9525" cy="6858000"/>
          </a:xfrm>
          <a:prstGeom xmlns:a="http://schemas.openxmlformats.org/drawingml/2006/main" prst="rect">
            <a:avLst/>
          </a:prstGeom>
          <a:solidFill xmlns:a="http://schemas.openxmlformats.org/drawingml/2006/main">
            <a:srgbClr val="C9DDF2"/>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B4AAA7D4-93C6-4738-9BD1-5D741A6155F9}"/>
              </a:ext>
            </a:extLst>
          </p:cNvPr>
          <p:cNvSpPr>
            <a:spLocks xmlns:a="http://schemas.openxmlformats.org/drawingml/2006/main" noGrp="1"/>
          </p:cNvSpPr>
          <p:nvPr/>
        </p:nvSpPr>
        <p:spPr>
          <a:xfrm xmlns:a="http://schemas.openxmlformats.org/drawingml/2006/main">
            <a:off x="6096000" y="0"/>
            <a:ext cx="9525" cy="6858000"/>
          </a:xfrm>
          <a:prstGeom xmlns:a="http://schemas.openxmlformats.org/drawingml/2006/main" prst="rect">
            <a:avLst/>
          </a:prstGeom>
          <a:solidFill xmlns:a="http://schemas.openxmlformats.org/drawingml/2006/main">
            <a:srgbClr val="C9DDF2"/>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2FBE57AA-9778-4FD7-9EBD-7119ECD56AB1}"/>
              </a:ext>
            </a:extLst>
          </p:cNvPr>
          <p:cNvSpPr>
            <a:spLocks xmlns:a="http://schemas.openxmlformats.org/drawingml/2006/main" noGrp="1"/>
          </p:cNvSpPr>
          <p:nvPr/>
        </p:nvSpPr>
        <p:spPr>
          <a:xfrm xmlns:a="http://schemas.openxmlformats.org/drawingml/2006/main">
            <a:off x="6705600" y="0"/>
            <a:ext cx="9525" cy="6858000"/>
          </a:xfrm>
          <a:prstGeom xmlns:a="http://schemas.openxmlformats.org/drawingml/2006/main" prst="rect">
            <a:avLst/>
          </a:prstGeom>
          <a:solidFill xmlns:a="http://schemas.openxmlformats.org/drawingml/2006/main">
            <a:srgbClr val="C9DDF2"/>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DEAE34C3-077D-43B4-99F2-1878B75ABCEC}"/>
              </a:ext>
            </a:extLst>
          </p:cNvPr>
          <p:cNvSpPr>
            <a:spLocks xmlns:a="http://schemas.openxmlformats.org/drawingml/2006/main" noGrp="1"/>
          </p:cNvSpPr>
          <p:nvPr/>
        </p:nvSpPr>
        <p:spPr>
          <a:xfrm xmlns:a="http://schemas.openxmlformats.org/drawingml/2006/main">
            <a:off x="7315200" y="0"/>
            <a:ext cx="9525" cy="6858000"/>
          </a:xfrm>
          <a:prstGeom xmlns:a="http://schemas.openxmlformats.org/drawingml/2006/main" prst="rect">
            <a:avLst/>
          </a:prstGeom>
          <a:solidFill xmlns:a="http://schemas.openxmlformats.org/drawingml/2006/main">
            <a:srgbClr val="C9DDF2"/>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86706E93-93AA-47F7-B29B-3F75839324F2}"/>
              </a:ext>
            </a:extLst>
          </p:cNvPr>
          <p:cNvSpPr>
            <a:spLocks xmlns:a="http://schemas.openxmlformats.org/drawingml/2006/main" noGrp="1"/>
          </p:cNvSpPr>
          <p:nvPr/>
        </p:nvSpPr>
        <p:spPr>
          <a:xfrm xmlns:a="http://schemas.openxmlformats.org/drawingml/2006/main">
            <a:off x="7924800" y="0"/>
            <a:ext cx="9525" cy="6858000"/>
          </a:xfrm>
          <a:prstGeom xmlns:a="http://schemas.openxmlformats.org/drawingml/2006/main" prst="rect">
            <a:avLst/>
          </a:prstGeom>
          <a:solidFill xmlns:a="http://schemas.openxmlformats.org/drawingml/2006/main">
            <a:srgbClr val="C9DDF2"/>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CE41362A-1F06-4D4F-86D6-8CDB65BBB497}"/>
              </a:ext>
            </a:extLst>
          </p:cNvPr>
          <p:cNvSpPr>
            <a:spLocks xmlns:a="http://schemas.openxmlformats.org/drawingml/2006/main" noGrp="1"/>
          </p:cNvSpPr>
          <p:nvPr/>
        </p:nvSpPr>
        <p:spPr>
          <a:xfrm xmlns:a="http://schemas.openxmlformats.org/drawingml/2006/main">
            <a:off x="8534400" y="0"/>
            <a:ext cx="9525" cy="6858000"/>
          </a:xfrm>
          <a:prstGeom xmlns:a="http://schemas.openxmlformats.org/drawingml/2006/main" prst="rect">
            <a:avLst/>
          </a:prstGeom>
          <a:solidFill xmlns:a="http://schemas.openxmlformats.org/drawingml/2006/main">
            <a:srgbClr val="C9DDF2"/>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0FE1518D-C3D8-4AFB-8031-2D854F100AB6}"/>
              </a:ext>
            </a:extLst>
          </p:cNvPr>
          <p:cNvSpPr>
            <a:spLocks xmlns:a="http://schemas.openxmlformats.org/drawingml/2006/main" noGrp="1"/>
          </p:cNvSpPr>
          <p:nvPr/>
        </p:nvSpPr>
        <p:spPr>
          <a:xfrm xmlns:a="http://schemas.openxmlformats.org/drawingml/2006/main">
            <a:off x="9144000" y="0"/>
            <a:ext cx="9525" cy="6858000"/>
          </a:xfrm>
          <a:prstGeom xmlns:a="http://schemas.openxmlformats.org/drawingml/2006/main" prst="rect">
            <a:avLst/>
          </a:prstGeom>
          <a:solidFill xmlns:a="http://schemas.openxmlformats.org/drawingml/2006/main">
            <a:srgbClr val="C9DDF2"/>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62DF3352-A26A-4D99-94A1-FE0211E9A01B}"/>
              </a:ext>
            </a:extLst>
          </p:cNvPr>
          <p:cNvSpPr>
            <a:spLocks xmlns:a="http://schemas.openxmlformats.org/drawingml/2006/main" noGrp="1"/>
          </p:cNvSpPr>
          <p:nvPr/>
        </p:nvSpPr>
        <p:spPr>
          <a:xfrm xmlns:a="http://schemas.openxmlformats.org/drawingml/2006/main">
            <a:off x="9753600" y="0"/>
            <a:ext cx="9525" cy="6858000"/>
          </a:xfrm>
          <a:prstGeom xmlns:a="http://schemas.openxmlformats.org/drawingml/2006/main" prst="rect">
            <a:avLst/>
          </a:prstGeom>
          <a:solidFill xmlns:a="http://schemas.openxmlformats.org/drawingml/2006/main">
            <a:srgbClr val="C9DDF2"/>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6A02D60B-105D-45B5-A951-9A6A6C2ED3CF}"/>
              </a:ext>
            </a:extLst>
          </p:cNvPr>
          <p:cNvSpPr>
            <a:spLocks xmlns:a="http://schemas.openxmlformats.org/drawingml/2006/main" noGrp="1"/>
          </p:cNvSpPr>
          <p:nvPr/>
        </p:nvSpPr>
        <p:spPr>
          <a:xfrm xmlns:a="http://schemas.openxmlformats.org/drawingml/2006/main">
            <a:off x="10363200" y="0"/>
            <a:ext cx="9525" cy="6858000"/>
          </a:xfrm>
          <a:prstGeom xmlns:a="http://schemas.openxmlformats.org/drawingml/2006/main" prst="rect">
            <a:avLst/>
          </a:prstGeom>
          <a:solidFill xmlns:a="http://schemas.openxmlformats.org/drawingml/2006/main">
            <a:srgbClr val="C9DDF2"/>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EDEB565A-9833-4022-AE5A-7808A426DFA4}"/>
              </a:ext>
            </a:extLst>
          </p:cNvPr>
          <p:cNvSpPr>
            <a:spLocks xmlns:a="http://schemas.openxmlformats.org/drawingml/2006/main" noGrp="1"/>
          </p:cNvSpPr>
          <p:nvPr/>
        </p:nvSpPr>
        <p:spPr>
          <a:xfrm xmlns:a="http://schemas.openxmlformats.org/drawingml/2006/main">
            <a:off x="10972800" y="0"/>
            <a:ext cx="9525" cy="6858000"/>
          </a:xfrm>
          <a:prstGeom xmlns:a="http://schemas.openxmlformats.org/drawingml/2006/main" prst="rect">
            <a:avLst/>
          </a:prstGeom>
          <a:solidFill xmlns:a="http://schemas.openxmlformats.org/drawingml/2006/main">
            <a:srgbClr val="C9DDF2"/>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7672397A-E85A-42B7-AE98-838E173EBF98}"/>
              </a:ext>
            </a:extLst>
          </p:cNvPr>
          <p:cNvSpPr>
            <a:spLocks xmlns:a="http://schemas.openxmlformats.org/drawingml/2006/main" noGrp="1"/>
          </p:cNvSpPr>
          <p:nvPr/>
        </p:nvSpPr>
        <p:spPr>
          <a:xfrm xmlns:a="http://schemas.openxmlformats.org/drawingml/2006/main">
            <a:off x="11582400" y="0"/>
            <a:ext cx="9525" cy="6858000"/>
          </a:xfrm>
          <a:prstGeom xmlns:a="http://schemas.openxmlformats.org/drawingml/2006/main" prst="rect">
            <a:avLst/>
          </a:prstGeom>
          <a:solidFill xmlns:a="http://schemas.openxmlformats.org/drawingml/2006/main">
            <a:srgbClr val="C9DDF2"/>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A797558C-7A31-4783-8921-0119C0061607}"/>
              </a:ext>
            </a:extLst>
          </p:cNvPr>
          <p:cNvSpPr>
            <a:spLocks xmlns:a="http://schemas.openxmlformats.org/drawingml/2006/main" noGrp="1"/>
          </p:cNvSpPr>
          <p:nvPr/>
        </p:nvSpPr>
        <p:spPr>
          <a:xfrm xmlns:a="http://schemas.openxmlformats.org/drawingml/2006/main">
            <a:off x="12192000" y="0"/>
            <a:ext cx="9525" cy="6858000"/>
          </a:xfrm>
          <a:prstGeom xmlns:a="http://schemas.openxmlformats.org/drawingml/2006/main" prst="rect">
            <a:avLst/>
          </a:prstGeom>
          <a:solidFill xmlns:a="http://schemas.openxmlformats.org/drawingml/2006/main">
            <a:srgbClr val="C9DDF2"/>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3700E346-FC96-40FF-98AF-86AF388F2193}"/>
              </a:ext>
            </a:extLst>
          </p:cNvPr>
          <p:cNvSpPr>
            <a:spLocks xmlns:a="http://schemas.openxmlformats.org/drawingml/2006/main" noGrp="1"/>
          </p:cNvSpPr>
          <p:nvPr/>
        </p:nvSpPr>
        <p:spPr>
          <a:xfrm xmlns:a="http://schemas.openxmlformats.org/drawingml/2006/main">
            <a:off x="0" y="0"/>
            <a:ext cx="12192000" cy="9525"/>
          </a:xfrm>
          <a:prstGeom xmlns:a="http://schemas.openxmlformats.org/drawingml/2006/main" prst="rect">
            <a:avLst/>
          </a:prstGeom>
          <a:solidFill xmlns:a="http://schemas.openxmlformats.org/drawingml/2006/main">
            <a:srgbClr val="C9DDF2"/>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5593DA8B-5153-4483-AA11-78559D6A27D7}"/>
              </a:ext>
            </a:extLst>
          </p:cNvPr>
          <p:cNvSpPr>
            <a:spLocks xmlns:a="http://schemas.openxmlformats.org/drawingml/2006/main" noGrp="1"/>
          </p:cNvSpPr>
          <p:nvPr/>
        </p:nvSpPr>
        <p:spPr>
          <a:xfrm xmlns:a="http://schemas.openxmlformats.org/drawingml/2006/main">
            <a:off x="0" y="609600"/>
            <a:ext cx="12192000" cy="9525"/>
          </a:xfrm>
          <a:prstGeom xmlns:a="http://schemas.openxmlformats.org/drawingml/2006/main" prst="rect">
            <a:avLst/>
          </a:prstGeom>
          <a:solidFill xmlns:a="http://schemas.openxmlformats.org/drawingml/2006/main">
            <a:srgbClr val="C9DDF2"/>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DBB8E728-246E-4F72-8176-DC03379911C5}"/>
              </a:ext>
            </a:extLst>
          </p:cNvPr>
          <p:cNvSpPr>
            <a:spLocks xmlns:a="http://schemas.openxmlformats.org/drawingml/2006/main" noGrp="1"/>
          </p:cNvSpPr>
          <p:nvPr/>
        </p:nvSpPr>
        <p:spPr>
          <a:xfrm xmlns:a="http://schemas.openxmlformats.org/drawingml/2006/main">
            <a:off x="0" y="1219200"/>
            <a:ext cx="12192000" cy="9525"/>
          </a:xfrm>
          <a:prstGeom xmlns:a="http://schemas.openxmlformats.org/drawingml/2006/main" prst="rect">
            <a:avLst/>
          </a:prstGeom>
          <a:solidFill xmlns:a="http://schemas.openxmlformats.org/drawingml/2006/main">
            <a:srgbClr val="C9DDF2"/>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53FAE48D-6BDF-432F-AA77-DFA136D1589D}"/>
              </a:ext>
            </a:extLst>
          </p:cNvPr>
          <p:cNvSpPr>
            <a:spLocks xmlns:a="http://schemas.openxmlformats.org/drawingml/2006/main" noGrp="1"/>
          </p:cNvSpPr>
          <p:nvPr/>
        </p:nvSpPr>
        <p:spPr>
          <a:xfrm xmlns:a="http://schemas.openxmlformats.org/drawingml/2006/main">
            <a:off x="0" y="1828800"/>
            <a:ext cx="12192000" cy="9525"/>
          </a:xfrm>
          <a:prstGeom xmlns:a="http://schemas.openxmlformats.org/drawingml/2006/main" prst="rect">
            <a:avLst/>
          </a:prstGeom>
          <a:solidFill xmlns:a="http://schemas.openxmlformats.org/drawingml/2006/main">
            <a:srgbClr val="C9DDF2"/>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0A408C03-EFB8-4CFD-82EB-330730BAE9D9}"/>
              </a:ext>
            </a:extLst>
          </p:cNvPr>
          <p:cNvSpPr>
            <a:spLocks xmlns:a="http://schemas.openxmlformats.org/drawingml/2006/main" noGrp="1"/>
          </p:cNvSpPr>
          <p:nvPr/>
        </p:nvSpPr>
        <p:spPr>
          <a:xfrm xmlns:a="http://schemas.openxmlformats.org/drawingml/2006/main">
            <a:off x="0" y="2438400"/>
            <a:ext cx="12192000" cy="9525"/>
          </a:xfrm>
          <a:prstGeom xmlns:a="http://schemas.openxmlformats.org/drawingml/2006/main" prst="rect">
            <a:avLst/>
          </a:prstGeom>
          <a:solidFill xmlns:a="http://schemas.openxmlformats.org/drawingml/2006/main">
            <a:srgbClr val="C9DDF2"/>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B0486F9B-8143-40E7-BFCB-6C038DA1D216}"/>
              </a:ext>
            </a:extLst>
          </p:cNvPr>
          <p:cNvSpPr>
            <a:spLocks xmlns:a="http://schemas.openxmlformats.org/drawingml/2006/main" noGrp="1"/>
          </p:cNvSpPr>
          <p:nvPr/>
        </p:nvSpPr>
        <p:spPr>
          <a:xfrm xmlns:a="http://schemas.openxmlformats.org/drawingml/2006/main">
            <a:off x="0" y="3048000"/>
            <a:ext cx="12192000" cy="9525"/>
          </a:xfrm>
          <a:prstGeom xmlns:a="http://schemas.openxmlformats.org/drawingml/2006/main" prst="rect">
            <a:avLst/>
          </a:prstGeom>
          <a:solidFill xmlns:a="http://schemas.openxmlformats.org/drawingml/2006/main">
            <a:srgbClr val="C9DDF2"/>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09782430-4C8C-474B-A77E-E90D4E426B56}"/>
              </a:ext>
            </a:extLst>
          </p:cNvPr>
          <p:cNvSpPr>
            <a:spLocks xmlns:a="http://schemas.openxmlformats.org/drawingml/2006/main" noGrp="1"/>
          </p:cNvSpPr>
          <p:nvPr/>
        </p:nvSpPr>
        <p:spPr>
          <a:xfrm xmlns:a="http://schemas.openxmlformats.org/drawingml/2006/main">
            <a:off x="0" y="3657600"/>
            <a:ext cx="12192000" cy="9525"/>
          </a:xfrm>
          <a:prstGeom xmlns:a="http://schemas.openxmlformats.org/drawingml/2006/main" prst="rect">
            <a:avLst/>
          </a:prstGeom>
          <a:solidFill xmlns:a="http://schemas.openxmlformats.org/drawingml/2006/main">
            <a:srgbClr val="C9DDF2"/>
          </a:solidFill>
          <a:ln xmlns:a="http://schemas.openxmlformats.org/drawingml/2006/main" w="0">
            <a:noFill/>
            <a:prstDash val="solid"/>
          </a:ln>
        </p:spPr>
      </p:sp>
      <p:sp>
        <p:nvSpPr>
          <p:cNvPr id="29" name="">
            <a:extLst xmlns:a="http://schemas.openxmlformats.org/drawingml/2006/main">
              <a:ext uri="{FF2B5EF4-FFF2-40B4-BE49-F238E27FC236}">
                <a16:creationId xmlns:a16="http://schemas.microsoft.com/office/drawing/2014/main" id="{7D232AA1-7A6C-418B-90BB-1DF915F8A97E}"/>
              </a:ext>
            </a:extLst>
          </p:cNvPr>
          <p:cNvSpPr>
            <a:spLocks xmlns:a="http://schemas.openxmlformats.org/drawingml/2006/main" noGrp="1"/>
          </p:cNvSpPr>
          <p:nvPr/>
        </p:nvSpPr>
        <p:spPr>
          <a:xfrm xmlns:a="http://schemas.openxmlformats.org/drawingml/2006/main">
            <a:off x="0" y="4267200"/>
            <a:ext cx="12192000" cy="9525"/>
          </a:xfrm>
          <a:prstGeom xmlns:a="http://schemas.openxmlformats.org/drawingml/2006/main" prst="rect">
            <a:avLst/>
          </a:prstGeom>
          <a:solidFill xmlns:a="http://schemas.openxmlformats.org/drawingml/2006/main">
            <a:srgbClr val="C9DDF2"/>
          </a:solidFill>
          <a:ln xmlns:a="http://schemas.openxmlformats.org/drawingml/2006/main" w="0">
            <a:noFill/>
            <a:prstDash val="solid"/>
          </a:ln>
        </p:spPr>
      </p:sp>
      <p:sp>
        <p:nvSpPr>
          <p:cNvPr id="30" name="">
            <a:extLst xmlns:a="http://schemas.openxmlformats.org/drawingml/2006/main">
              <a:ext uri="{FF2B5EF4-FFF2-40B4-BE49-F238E27FC236}">
                <a16:creationId xmlns:a16="http://schemas.microsoft.com/office/drawing/2014/main" id="{3E925AEC-1761-4029-8CD3-25C349C7C50E}"/>
              </a:ext>
            </a:extLst>
          </p:cNvPr>
          <p:cNvSpPr>
            <a:spLocks xmlns:a="http://schemas.openxmlformats.org/drawingml/2006/main" noGrp="1"/>
          </p:cNvSpPr>
          <p:nvPr/>
        </p:nvSpPr>
        <p:spPr>
          <a:xfrm xmlns:a="http://schemas.openxmlformats.org/drawingml/2006/main">
            <a:off x="0" y="4876800"/>
            <a:ext cx="12192000" cy="9525"/>
          </a:xfrm>
          <a:prstGeom xmlns:a="http://schemas.openxmlformats.org/drawingml/2006/main" prst="rect">
            <a:avLst/>
          </a:prstGeom>
          <a:solidFill xmlns:a="http://schemas.openxmlformats.org/drawingml/2006/main">
            <a:srgbClr val="C9DDF2"/>
          </a:solidFill>
          <a:ln xmlns:a="http://schemas.openxmlformats.org/drawingml/2006/main" w="0">
            <a:noFill/>
            <a:prstDash val="solid"/>
          </a:ln>
        </p:spPr>
      </p:sp>
      <p:sp>
        <p:nvSpPr>
          <p:cNvPr id="31" name="">
            <a:extLst xmlns:a="http://schemas.openxmlformats.org/drawingml/2006/main">
              <a:ext uri="{FF2B5EF4-FFF2-40B4-BE49-F238E27FC236}">
                <a16:creationId xmlns:a16="http://schemas.microsoft.com/office/drawing/2014/main" id="{EEA11E97-E2F9-4778-BE10-D013DC0F1280}"/>
              </a:ext>
            </a:extLst>
          </p:cNvPr>
          <p:cNvSpPr>
            <a:spLocks xmlns:a="http://schemas.openxmlformats.org/drawingml/2006/main" noGrp="1"/>
          </p:cNvSpPr>
          <p:nvPr/>
        </p:nvSpPr>
        <p:spPr>
          <a:xfrm xmlns:a="http://schemas.openxmlformats.org/drawingml/2006/main">
            <a:off x="0" y="5486400"/>
            <a:ext cx="12192000" cy="9525"/>
          </a:xfrm>
          <a:prstGeom xmlns:a="http://schemas.openxmlformats.org/drawingml/2006/main" prst="rect">
            <a:avLst/>
          </a:prstGeom>
          <a:solidFill xmlns:a="http://schemas.openxmlformats.org/drawingml/2006/main">
            <a:srgbClr val="C9DDF2"/>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8A4C37C2-ED0C-4E34-BECA-BA4615DAF8A0}"/>
              </a:ext>
            </a:extLst>
          </p:cNvPr>
          <p:cNvSpPr>
            <a:spLocks xmlns:a="http://schemas.openxmlformats.org/drawingml/2006/main" noGrp="1"/>
          </p:cNvSpPr>
          <p:nvPr/>
        </p:nvSpPr>
        <p:spPr>
          <a:xfrm xmlns:a="http://schemas.openxmlformats.org/drawingml/2006/main">
            <a:off x="0" y="6096000"/>
            <a:ext cx="12192000" cy="9525"/>
          </a:xfrm>
          <a:prstGeom xmlns:a="http://schemas.openxmlformats.org/drawingml/2006/main" prst="rect">
            <a:avLst/>
          </a:prstGeom>
          <a:solidFill xmlns:a="http://schemas.openxmlformats.org/drawingml/2006/main">
            <a:srgbClr val="C9DDF2"/>
          </a:solidFill>
          <a:ln xmlns:a="http://schemas.openxmlformats.org/drawingml/2006/main" w="0">
            <a:noFill/>
            <a:prstDash val="solid"/>
          </a:ln>
        </p:spPr>
      </p:sp>
      <p:sp>
        <p:nvSpPr>
          <p:cNvPr id="33" name="">
            <a:extLst xmlns:a="http://schemas.openxmlformats.org/drawingml/2006/main">
              <a:ext uri="{FF2B5EF4-FFF2-40B4-BE49-F238E27FC236}">
                <a16:creationId xmlns:a16="http://schemas.microsoft.com/office/drawing/2014/main" id="{AA723C0B-9652-4BC8-BB0B-081C2CA56E19}"/>
              </a:ext>
            </a:extLst>
          </p:cNvPr>
          <p:cNvSpPr>
            <a:spLocks xmlns:a="http://schemas.openxmlformats.org/drawingml/2006/main" noGrp="1"/>
          </p:cNvSpPr>
          <p:nvPr/>
        </p:nvSpPr>
        <p:spPr>
          <a:xfrm xmlns:a="http://schemas.openxmlformats.org/drawingml/2006/main">
            <a:off x="0" y="6705600"/>
            <a:ext cx="12192000" cy="9525"/>
          </a:xfrm>
          <a:prstGeom xmlns:a="http://schemas.openxmlformats.org/drawingml/2006/main" prst="rect">
            <a:avLst/>
          </a:prstGeom>
          <a:solidFill xmlns:a="http://schemas.openxmlformats.org/drawingml/2006/main">
            <a:srgbClr val="C9DDF2"/>
          </a:solidFill>
          <a:ln xmlns:a="http://schemas.openxmlformats.org/drawingml/2006/main" w="0">
            <a:noFill/>
            <a:prstDash val="solid"/>
          </a:ln>
        </p:spPr>
      </p:sp>
      <p:sp>
        <p:nvSpPr>
          <p:cNvPr id="34" name="">
            <a:extLst xmlns:a="http://schemas.openxmlformats.org/drawingml/2006/main">
              <a:ext uri="{FF2B5EF4-FFF2-40B4-BE49-F238E27FC236}">
                <a16:creationId xmlns:a16="http://schemas.microsoft.com/office/drawing/2014/main" id="{B5237464-3A80-427D-9639-CCA3EEB73ED3}"/>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79A817"/>
          </a:solidFill>
          <a:ln xmlns:a="http://schemas.openxmlformats.org/drawingml/2006/main" w="0">
            <a:noFill/>
            <a:prstDash val="solid"/>
          </a:ln>
        </p:spPr>
      </p:sp>
      <p:sp>
        <p:nvSpPr>
          <p:cNvPr id="35" name="">
            <a:extLst xmlns:a="http://schemas.openxmlformats.org/drawingml/2006/main">
              <a:ext uri="{FF2B5EF4-FFF2-40B4-BE49-F238E27FC236}">
                <a16:creationId xmlns:a16="http://schemas.microsoft.com/office/drawing/2014/main" id="{6AAF1979-5540-44D3-97C3-938CCB9E77CC}"/>
              </a:ext>
            </a:extLst>
          </p:cNvPr>
          <p:cNvSpPr>
            <a:spLocks xmlns:a="http://schemas.openxmlformats.org/drawingml/2006/main" noGrp="1"/>
          </p:cNvSpPr>
          <p:nvPr/>
        </p:nvSpPr>
        <p:spPr>
          <a:xfrm xmlns:a="http://schemas.openxmlformats.org/drawingml/2006/main">
            <a:off x="590550" y="552450"/>
            <a:ext cx="10477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250" b="1">
                <a:solidFill>
                  <a:srgbClr val="102A43"/>
                </a:solidFill>
              </a:defRPr>
            </a:pPr>
            <a:r>
              <a:rPr sz="2250" b="1">
                <a:solidFill>
                  <a:srgbClr val="102A43"/>
                </a:solidFill>
              </a:rPr>
              <a:t>Why take a chance on me?</a:t>
            </a:r>
          </a:p>
        </p:txBody>
      </p:sp>
      <p:sp>
        <p:nvSpPr>
          <p:cNvPr id="36" name="">
            <a:extLst xmlns:a="http://schemas.openxmlformats.org/drawingml/2006/main">
              <a:ext uri="{FF2B5EF4-FFF2-40B4-BE49-F238E27FC236}">
                <a16:creationId xmlns:a16="http://schemas.microsoft.com/office/drawing/2014/main" id="{7CF2E5C9-1AC1-49D5-BAE1-7F15A15BD8D8}"/>
              </a:ext>
            </a:extLst>
          </p:cNvPr>
          <p:cNvSpPr>
            <a:spLocks xmlns:a="http://schemas.openxmlformats.org/drawingml/2006/main" noGrp="1"/>
          </p:cNvSpPr>
          <p:nvPr/>
        </p:nvSpPr>
        <p:spPr>
          <a:xfrm xmlns:a="http://schemas.openxmlformats.org/drawingml/2006/main">
            <a:off x="590550" y="1190625"/>
            <a:ext cx="990600" cy="47625"/>
          </a:xfrm>
          <a:prstGeom xmlns:a="http://schemas.openxmlformats.org/drawingml/2006/main" prst="rect">
            <a:avLst/>
          </a:prstGeom>
          <a:solidFill xmlns:a="http://schemas.openxmlformats.org/drawingml/2006/main">
            <a:srgbClr val="79A817"/>
          </a:solidFill>
          <a:ln xmlns:a="http://schemas.openxmlformats.org/drawingml/2006/main" w="0">
            <a:noFill/>
            <a:prstDash val="solid"/>
          </a:ln>
        </p:spPr>
      </p:sp>
      <p:sp>
        <p:nvSpPr>
          <p:cNvPr id="37" name="">
            <a:extLst xmlns:a="http://schemas.openxmlformats.org/drawingml/2006/main">
              <a:ext uri="{FF2B5EF4-FFF2-40B4-BE49-F238E27FC236}">
                <a16:creationId xmlns:a16="http://schemas.microsoft.com/office/drawing/2014/main" id="{9056A6F2-CB23-49F6-9A1C-2B3A592150D8}"/>
              </a:ext>
            </a:extLst>
          </p:cNvPr>
          <p:cNvSpPr>
            <a:spLocks xmlns:a="http://schemas.openxmlformats.org/drawingml/2006/main" noGrp="1"/>
          </p:cNvSpPr>
          <p:nvPr/>
        </p:nvSpPr>
        <p:spPr>
          <a:xfrm xmlns:a="http://schemas.openxmlformats.org/drawingml/2006/main">
            <a:off x="11144250" y="590550"/>
            <a:ext cx="47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1050" b="1">
                <a:solidFill>
                  <a:srgbClr val="526575"/>
                </a:solidFill>
              </a:defRPr>
            </a:pPr>
            <a:r>
              <a:rPr sz="1050" b="1">
                <a:solidFill>
                  <a:srgbClr val="526575"/>
                </a:solidFill>
              </a:rPr>
              <a:t>13</a:t>
            </a:r>
          </a:p>
        </p:txBody>
      </p:sp>
      <p:sp>
        <p:nvSpPr>
          <p:cNvPr id="38" name="">
            <a:extLst xmlns:a="http://schemas.openxmlformats.org/drawingml/2006/main">
              <a:ext uri="{FF2B5EF4-FFF2-40B4-BE49-F238E27FC236}">
                <a16:creationId xmlns:a16="http://schemas.microsoft.com/office/drawing/2014/main" id="{25B5D214-7F7A-406E-B400-FF8870C6A993}"/>
              </a:ext>
            </a:extLst>
          </p:cNvPr>
          <p:cNvSpPr>
            <a:spLocks xmlns:a="http://schemas.openxmlformats.org/drawingml/2006/main" noGrp="1"/>
          </p:cNvSpPr>
          <p:nvPr/>
        </p:nvSpPr>
        <p:spPr>
          <a:xfrm xmlns:a="http://schemas.openxmlformats.org/drawingml/2006/main">
            <a:off x="990600" y="1543050"/>
            <a:ext cx="95250" cy="95250"/>
          </a:xfrm>
          <a:prstGeom xmlns:a="http://schemas.openxmlformats.org/drawingml/2006/main" prst="rect">
            <a:avLst/>
          </a:prstGeom>
          <a:solidFill xmlns:a="http://schemas.openxmlformats.org/drawingml/2006/main">
            <a:srgbClr val="79A817"/>
          </a:solidFill>
          <a:ln xmlns:a="http://schemas.openxmlformats.org/drawingml/2006/main" w="0">
            <a:noFill/>
            <a:prstDash val="solid"/>
          </a:ln>
        </p:spPr>
      </p:sp>
      <p:sp>
        <p:nvSpPr>
          <p:cNvPr id="39" name="">
            <a:extLst xmlns:a="http://schemas.openxmlformats.org/drawingml/2006/main">
              <a:ext uri="{FF2B5EF4-FFF2-40B4-BE49-F238E27FC236}">
                <a16:creationId xmlns:a16="http://schemas.microsoft.com/office/drawing/2014/main" id="{BDABD60C-C220-4C2A-B5A1-C53EAFCF8A9F}"/>
              </a:ext>
            </a:extLst>
          </p:cNvPr>
          <p:cNvSpPr>
            <a:spLocks xmlns:a="http://schemas.openxmlformats.org/drawingml/2006/main" noGrp="1"/>
          </p:cNvSpPr>
          <p:nvPr/>
        </p:nvSpPr>
        <p:spPr>
          <a:xfrm xmlns:a="http://schemas.openxmlformats.org/drawingml/2006/main">
            <a:off x="1219200" y="1428750"/>
            <a:ext cx="96774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025" b="0">
                <a:solidFill>
                  <a:srgbClr val="102A43"/>
                </a:solidFill>
              </a:defRPr>
            </a:pPr>
            <a:r>
              <a:rPr sz="2025" b="0">
                <a:solidFill>
                  <a:srgbClr val="102A43"/>
                </a:solidFill>
              </a:rPr>
              <a:t>I turned an idea into a documented research project.</a:t>
            </a:r>
          </a:p>
        </p:txBody>
      </p:sp>
      <p:sp>
        <p:nvSpPr>
          <p:cNvPr id="40" name="">
            <a:extLst xmlns:a="http://schemas.openxmlformats.org/drawingml/2006/main">
              <a:ext uri="{FF2B5EF4-FFF2-40B4-BE49-F238E27FC236}">
                <a16:creationId xmlns:a16="http://schemas.microsoft.com/office/drawing/2014/main" id="{89C028F1-6A12-435E-8FE1-3B0F48F092BF}"/>
              </a:ext>
            </a:extLst>
          </p:cNvPr>
          <p:cNvSpPr>
            <a:spLocks xmlns:a="http://schemas.openxmlformats.org/drawingml/2006/main" noGrp="1"/>
          </p:cNvSpPr>
          <p:nvPr/>
        </p:nvSpPr>
        <p:spPr>
          <a:xfrm xmlns:a="http://schemas.openxmlformats.org/drawingml/2006/main">
            <a:off x="990600" y="2266950"/>
            <a:ext cx="95250" cy="95250"/>
          </a:xfrm>
          <a:prstGeom xmlns:a="http://schemas.openxmlformats.org/drawingml/2006/main" prst="rect">
            <a:avLst/>
          </a:prstGeom>
          <a:solidFill xmlns:a="http://schemas.openxmlformats.org/drawingml/2006/main">
            <a:srgbClr val="79A817"/>
          </a:solidFill>
          <a:ln xmlns:a="http://schemas.openxmlformats.org/drawingml/2006/main" w="0">
            <a:noFill/>
            <a:prstDash val="solid"/>
          </a:ln>
        </p:spPr>
      </p:sp>
      <p:sp>
        <p:nvSpPr>
          <p:cNvPr id="41" name="">
            <a:extLst xmlns:a="http://schemas.openxmlformats.org/drawingml/2006/main">
              <a:ext uri="{FF2B5EF4-FFF2-40B4-BE49-F238E27FC236}">
                <a16:creationId xmlns:a16="http://schemas.microsoft.com/office/drawing/2014/main" id="{5A2463F3-045F-4E78-8A86-A12913B83241}"/>
              </a:ext>
            </a:extLst>
          </p:cNvPr>
          <p:cNvSpPr>
            <a:spLocks xmlns:a="http://schemas.openxmlformats.org/drawingml/2006/main" noGrp="1"/>
          </p:cNvSpPr>
          <p:nvPr/>
        </p:nvSpPr>
        <p:spPr>
          <a:xfrm xmlns:a="http://schemas.openxmlformats.org/drawingml/2006/main">
            <a:off x="1219200" y="2152650"/>
            <a:ext cx="96774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025" b="0">
                <a:solidFill>
                  <a:srgbClr val="102A43"/>
                </a:solidFill>
              </a:defRPr>
            </a:pPr>
            <a:r>
              <a:rPr sz="2025" b="0">
                <a:solidFill>
                  <a:srgbClr val="102A43"/>
                </a:solidFill>
              </a:rPr>
              <a:t>I kept the failed math instead of hiding it.</a:t>
            </a:r>
          </a:p>
        </p:txBody>
      </p:sp>
      <p:sp>
        <p:nvSpPr>
          <p:cNvPr id="42" name="">
            <a:extLst xmlns:a="http://schemas.openxmlformats.org/drawingml/2006/main">
              <a:ext uri="{FF2B5EF4-FFF2-40B4-BE49-F238E27FC236}">
                <a16:creationId xmlns:a16="http://schemas.microsoft.com/office/drawing/2014/main" id="{1AD5B6BC-4189-47AE-B137-E565CF9B4561}"/>
              </a:ext>
            </a:extLst>
          </p:cNvPr>
          <p:cNvSpPr>
            <a:spLocks xmlns:a="http://schemas.openxmlformats.org/drawingml/2006/main" noGrp="1"/>
          </p:cNvSpPr>
          <p:nvPr/>
        </p:nvSpPr>
        <p:spPr>
          <a:xfrm xmlns:a="http://schemas.openxmlformats.org/drawingml/2006/main">
            <a:off x="990600" y="2990850"/>
            <a:ext cx="95250" cy="95250"/>
          </a:xfrm>
          <a:prstGeom xmlns:a="http://schemas.openxmlformats.org/drawingml/2006/main" prst="rect">
            <a:avLst/>
          </a:prstGeom>
          <a:solidFill xmlns:a="http://schemas.openxmlformats.org/drawingml/2006/main">
            <a:srgbClr val="79A817"/>
          </a:solidFill>
          <a:ln xmlns:a="http://schemas.openxmlformats.org/drawingml/2006/main" w="0">
            <a:noFill/>
            <a:prstDash val="solid"/>
          </a:ln>
        </p:spPr>
      </p:sp>
      <p:sp>
        <p:nvSpPr>
          <p:cNvPr id="43" name="">
            <a:extLst xmlns:a="http://schemas.openxmlformats.org/drawingml/2006/main">
              <a:ext uri="{FF2B5EF4-FFF2-40B4-BE49-F238E27FC236}">
                <a16:creationId xmlns:a16="http://schemas.microsoft.com/office/drawing/2014/main" id="{1FAAF231-D68F-4419-AD44-56D1E4C3F262}"/>
              </a:ext>
            </a:extLst>
          </p:cNvPr>
          <p:cNvSpPr>
            <a:spLocks xmlns:a="http://schemas.openxmlformats.org/drawingml/2006/main" noGrp="1"/>
          </p:cNvSpPr>
          <p:nvPr/>
        </p:nvSpPr>
        <p:spPr>
          <a:xfrm xmlns:a="http://schemas.openxmlformats.org/drawingml/2006/main">
            <a:off x="1219200" y="2876550"/>
            <a:ext cx="96774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025" b="0">
                <a:solidFill>
                  <a:srgbClr val="102A43"/>
                </a:solidFill>
              </a:defRPr>
            </a:pPr>
            <a:r>
              <a:rPr sz="2025" b="0">
                <a:solidFill>
                  <a:srgbClr val="102A43"/>
                </a:solidFill>
              </a:rPr>
              <a:t>I changed direction when the numbers said no.</a:t>
            </a:r>
          </a:p>
        </p:txBody>
      </p:sp>
      <p:sp>
        <p:nvSpPr>
          <p:cNvPr id="44" name="">
            <a:extLst xmlns:a="http://schemas.openxmlformats.org/drawingml/2006/main">
              <a:ext uri="{FF2B5EF4-FFF2-40B4-BE49-F238E27FC236}">
                <a16:creationId xmlns:a16="http://schemas.microsoft.com/office/drawing/2014/main" id="{78259CDB-C8A1-47C4-AAF4-8FF119362111}"/>
              </a:ext>
            </a:extLst>
          </p:cNvPr>
          <p:cNvSpPr>
            <a:spLocks xmlns:a="http://schemas.openxmlformats.org/drawingml/2006/main" noGrp="1"/>
          </p:cNvSpPr>
          <p:nvPr/>
        </p:nvSpPr>
        <p:spPr>
          <a:xfrm xmlns:a="http://schemas.openxmlformats.org/drawingml/2006/main">
            <a:off x="990600" y="3714750"/>
            <a:ext cx="95250" cy="95250"/>
          </a:xfrm>
          <a:prstGeom xmlns:a="http://schemas.openxmlformats.org/drawingml/2006/main" prst="rect">
            <a:avLst/>
          </a:prstGeom>
          <a:solidFill xmlns:a="http://schemas.openxmlformats.org/drawingml/2006/main">
            <a:srgbClr val="79A817"/>
          </a:solidFill>
          <a:ln xmlns:a="http://schemas.openxmlformats.org/drawingml/2006/main" w="0">
            <a:noFill/>
            <a:prstDash val="solid"/>
          </a:ln>
        </p:spPr>
      </p:sp>
      <p:sp>
        <p:nvSpPr>
          <p:cNvPr id="45" name="">
            <a:extLst xmlns:a="http://schemas.openxmlformats.org/drawingml/2006/main">
              <a:ext uri="{FF2B5EF4-FFF2-40B4-BE49-F238E27FC236}">
                <a16:creationId xmlns:a16="http://schemas.microsoft.com/office/drawing/2014/main" id="{6346BAA9-4D9A-4928-BA1A-319FB7CC18AE}"/>
              </a:ext>
            </a:extLst>
          </p:cNvPr>
          <p:cNvSpPr>
            <a:spLocks xmlns:a="http://schemas.openxmlformats.org/drawingml/2006/main" noGrp="1"/>
          </p:cNvSpPr>
          <p:nvPr/>
        </p:nvSpPr>
        <p:spPr>
          <a:xfrm xmlns:a="http://schemas.openxmlformats.org/drawingml/2006/main">
            <a:off x="1219200" y="3600450"/>
            <a:ext cx="96774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025" b="0">
                <a:solidFill>
                  <a:srgbClr val="102A43"/>
                </a:solidFill>
              </a:defRPr>
            </a:pPr>
            <a:r>
              <a:rPr sz="2025" b="0">
                <a:solidFill>
                  <a:srgbClr val="102A43"/>
                </a:solidFill>
              </a:rPr>
              <a:t>I chose one smaller experiment that can prove me wrong.</a:t>
            </a:r>
          </a:p>
        </p:txBody>
      </p:sp>
      <p:sp>
        <p:nvSpPr>
          <p:cNvPr id="46" name="">
            <a:extLst xmlns:a="http://schemas.openxmlformats.org/drawingml/2006/main">
              <a:ext uri="{FF2B5EF4-FFF2-40B4-BE49-F238E27FC236}">
                <a16:creationId xmlns:a16="http://schemas.microsoft.com/office/drawing/2014/main" id="{BECBE366-E494-4D51-97A7-20D75750F57C}"/>
              </a:ext>
            </a:extLst>
          </p:cNvPr>
          <p:cNvSpPr>
            <a:spLocks xmlns:a="http://schemas.openxmlformats.org/drawingml/2006/main" noGrp="1"/>
          </p:cNvSpPr>
          <p:nvPr/>
        </p:nvSpPr>
        <p:spPr>
          <a:xfrm xmlns:a="http://schemas.openxmlformats.org/drawingml/2006/main">
            <a:off x="990600" y="4438650"/>
            <a:ext cx="95250" cy="95250"/>
          </a:xfrm>
          <a:prstGeom xmlns:a="http://schemas.openxmlformats.org/drawingml/2006/main" prst="rect">
            <a:avLst/>
          </a:prstGeom>
          <a:solidFill xmlns:a="http://schemas.openxmlformats.org/drawingml/2006/main">
            <a:srgbClr val="79A817"/>
          </a:solidFill>
          <a:ln xmlns:a="http://schemas.openxmlformats.org/drawingml/2006/main" w="0">
            <a:noFill/>
            <a:prstDash val="solid"/>
          </a:ln>
        </p:spPr>
      </p:sp>
      <p:sp>
        <p:nvSpPr>
          <p:cNvPr id="47" name="">
            <a:extLst xmlns:a="http://schemas.openxmlformats.org/drawingml/2006/main">
              <a:ext uri="{FF2B5EF4-FFF2-40B4-BE49-F238E27FC236}">
                <a16:creationId xmlns:a16="http://schemas.microsoft.com/office/drawing/2014/main" id="{39B8EC1E-C690-46EA-A065-26B0590A83D6}"/>
              </a:ext>
            </a:extLst>
          </p:cNvPr>
          <p:cNvSpPr>
            <a:spLocks xmlns:a="http://schemas.openxmlformats.org/drawingml/2006/main" noGrp="1"/>
          </p:cNvSpPr>
          <p:nvPr/>
        </p:nvSpPr>
        <p:spPr>
          <a:xfrm xmlns:a="http://schemas.openxmlformats.org/drawingml/2006/main">
            <a:off x="1219200" y="4324350"/>
            <a:ext cx="96774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025" b="0">
                <a:solidFill>
                  <a:srgbClr val="102A43"/>
                </a:solidFill>
              </a:defRPr>
            </a:pPr>
            <a:r>
              <a:rPr sz="2025" b="0">
                <a:solidFill>
                  <a:srgbClr val="102A43"/>
                </a:solidFill>
              </a:rPr>
              <a:t>I know qualified experts and a real laboratory must control the test.</a:t>
            </a:r>
          </a:p>
        </p:txBody>
      </p:sp>
      <p:sp>
        <p:nvSpPr>
          <p:cNvPr id="48" name="">
            <a:extLst xmlns:a="http://schemas.openxmlformats.org/drawingml/2006/main">
              <a:ext uri="{FF2B5EF4-FFF2-40B4-BE49-F238E27FC236}">
                <a16:creationId xmlns:a16="http://schemas.microsoft.com/office/drawing/2014/main" id="{8534347B-42C5-4F3B-B65E-FE56F41148B5}"/>
              </a:ext>
            </a:extLst>
          </p:cNvPr>
          <p:cNvSpPr>
            <a:spLocks xmlns:a="http://schemas.openxmlformats.org/drawingml/2006/main" noGrp="1"/>
          </p:cNvSpPr>
          <p:nvPr/>
        </p:nvSpPr>
        <p:spPr>
          <a:xfrm xmlns:a="http://schemas.openxmlformats.org/drawingml/2006/main">
            <a:off x="2133600" y="5372100"/>
            <a:ext cx="7924800" cy="685800"/>
          </a:xfrm>
          <a:prstGeom xmlns:a="http://schemas.openxmlformats.org/drawingml/2006/main" prst="roundRect">
            <a:avLst>
              <a:gd name="adj" fmla="val 22222"/>
            </a:avLst>
          </a:prstGeom>
          <a:solidFill xmlns:a="http://schemas.openxmlformats.org/drawingml/2006/main">
            <a:srgbClr val="EAF3FC"/>
          </a:solidFill>
          <a:ln xmlns:a="http://schemas.openxmlformats.org/drawingml/2006/main" w="9525">
            <a:solidFill>
              <a:srgbClr val="1454A3"/>
            </a:solidFill>
            <a:prstDash val="solid"/>
          </a:ln>
        </p:spPr>
      </p:sp>
      <p:sp>
        <p:nvSpPr>
          <p:cNvPr id="49" name="">
            <a:extLst xmlns:a="http://schemas.openxmlformats.org/drawingml/2006/main">
              <a:ext uri="{FF2B5EF4-FFF2-40B4-BE49-F238E27FC236}">
                <a16:creationId xmlns:a16="http://schemas.microsoft.com/office/drawing/2014/main" id="{DBA191D8-78DD-4C22-9A6A-E6A583ADFD50}"/>
              </a:ext>
            </a:extLst>
          </p:cNvPr>
          <p:cNvSpPr>
            <a:spLocks xmlns:a="http://schemas.openxmlformats.org/drawingml/2006/main" noGrp="1"/>
          </p:cNvSpPr>
          <p:nvPr/>
        </p:nvSpPr>
        <p:spPr>
          <a:xfrm xmlns:a="http://schemas.openxmlformats.org/drawingml/2006/main">
            <a:off x="2343150" y="5467350"/>
            <a:ext cx="75057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950" b="1">
                <a:solidFill>
                  <a:srgbClr val="1454A3"/>
                </a:solidFill>
              </a:defRPr>
            </a:pPr>
            <a:r>
              <a:rPr sz="1950" b="1">
                <a:solidFill>
                  <a:srgbClr val="1454A3"/>
                </a:solidFill>
              </a:rPr>
              <a:t>I am asking you to believe in the process - not a promise.</a:t>
            </a:r>
          </a:p>
        </p:txBody>
      </p:sp>
      <p:sp>
        <p:nvSpPr>
          <p:cNvPr id="50" name="">
            <a:extLst xmlns:a="http://schemas.openxmlformats.org/drawingml/2006/main">
              <a:ext uri="{FF2B5EF4-FFF2-40B4-BE49-F238E27FC236}">
                <a16:creationId xmlns:a16="http://schemas.microsoft.com/office/drawing/2014/main" id="{23BE6A1D-A3E5-44DD-88BF-0662B52283BC}"/>
              </a:ext>
            </a:extLst>
          </p:cNvPr>
          <p:cNvSpPr>
            <a:spLocks xmlns:a="http://schemas.openxmlformats.org/drawingml/2006/main" noGrp="1"/>
          </p:cNvSpPr>
          <p:nvPr/>
        </p:nvSpPr>
        <p:spPr>
          <a:xfrm xmlns:a="http://schemas.openxmlformats.org/drawingml/2006/main">
            <a:off x="609600" y="6419850"/>
            <a:ext cx="666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26575"/>
                </a:solidFill>
              </a:defRPr>
            </a:pPr>
            <a:r>
              <a:rPr sz="900" b="1">
                <a:solidFill>
                  <a:srgbClr val="526575"/>
                </a:solidFill>
              </a:rPr>
              <a:t>CRTFE P2  |  CONCEPT ONLY - NOT FLIGHT READY</a:t>
            </a:r>
          </a:p>
        </p:txBody>
      </p:sp>
      <p:sp>
        <p:nvSpPr>
          <p:cNvPr id="51" name="">
            <a:extLst xmlns:a="http://schemas.openxmlformats.org/drawingml/2006/main">
              <a:ext uri="{FF2B5EF4-FFF2-40B4-BE49-F238E27FC236}">
                <a16:creationId xmlns:a16="http://schemas.microsoft.com/office/drawing/2014/main" id="{92EC6AF9-562E-4512-A835-FD7914FB9C8A}"/>
              </a:ext>
            </a:extLst>
          </p:cNvPr>
          <p:cNvSpPr>
            <a:spLocks xmlns:a="http://schemas.openxmlformats.org/drawingml/2006/main" noGrp="1"/>
          </p:cNvSpPr>
          <p:nvPr/>
        </p:nvSpPr>
        <p:spPr>
          <a:xfrm xmlns:a="http://schemas.openxmlformats.org/drawingml/2006/main">
            <a:off x="7810500" y="6419850"/>
            <a:ext cx="3771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900" b="0">
                <a:solidFill>
                  <a:srgbClr val="526575"/>
                </a:solidFill>
              </a:defRPr>
            </a:pPr>
            <a:r>
              <a:rPr sz="900" b="0">
                <a:solidFill>
                  <a:srgbClr val="526575"/>
                </a:solidFill>
              </a:rPr>
              <a:t>Dorian Martin-Smith  |  Lawton, Oklahoma</a:t>
            </a:r>
          </a:p>
        </p:txBody>
      </p:sp>
    </p:spTree>
    <p:extLst>
      <p:ext uri="{BB962C8B-B14F-4D97-AF65-F5344CB8AC3E}">
        <p14:creationId xmlns:p14="http://schemas.microsoft.com/office/powerpoint/2010/main" val="1859873772"/>
      </p:ext>
    </p:extLst>
  </p:cSld>
</p:sld>
</file>

<file path=ppt/slides/slide14.xml><?xml version="1.0" encoding="utf-8"?>
<p:sld xmlns:p="http://schemas.openxmlformats.org/presentationml/2006/main">
  <p:cSld>
    <p:bg>
      <p:bgPr>
        <a:solidFill xmlns:a="http://schemas.openxmlformats.org/drawingml/2006/main">
          <a:srgbClr val="071A2A"/>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AB9ABADF-4864-4F19-A162-E467F8AC88C8}"/>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79A817"/>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FFA284F6-EBC2-44F0-BB6D-77605CAF7624}"/>
              </a:ext>
            </a:extLst>
          </p:cNvPr>
          <p:cNvSpPr>
            <a:spLocks xmlns:a="http://schemas.openxmlformats.org/drawingml/2006/main" noGrp="1"/>
          </p:cNvSpPr>
          <p:nvPr/>
        </p:nvSpPr>
        <p:spPr>
          <a:xfrm xmlns:a="http://schemas.openxmlformats.org/drawingml/2006/main">
            <a:off x="800100" y="1162050"/>
            <a:ext cx="885825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3600" b="1">
                <a:solidFill>
                  <a:srgbClr val="FFFFFF"/>
                </a:solidFill>
              </a:defRPr>
            </a:pPr>
            <a:r>
              <a:rPr sz="3600" b="1">
                <a:solidFill>
                  <a:srgbClr val="FFFFFF"/>
                </a:solidFill>
              </a:rPr>
              <a:t>Our next win is one honest answer.</a:t>
            </a:r>
          </a:p>
        </p:txBody>
      </p:sp>
      <p:sp>
        <p:nvSpPr>
          <p:cNvPr id="3" name="">
            <a:extLst xmlns:a="http://schemas.openxmlformats.org/drawingml/2006/main">
              <a:ext uri="{FF2B5EF4-FFF2-40B4-BE49-F238E27FC236}">
                <a16:creationId xmlns:a16="http://schemas.microsoft.com/office/drawing/2014/main" id="{18863BF4-B26A-4291-AAEF-1EC435F36D1B}"/>
              </a:ext>
            </a:extLst>
          </p:cNvPr>
          <p:cNvSpPr>
            <a:spLocks xmlns:a="http://schemas.openxmlformats.org/drawingml/2006/main" noGrp="1"/>
          </p:cNvSpPr>
          <p:nvPr/>
        </p:nvSpPr>
        <p:spPr>
          <a:xfrm xmlns:a="http://schemas.openxmlformats.org/drawingml/2006/main">
            <a:off x="800100" y="2209800"/>
            <a:ext cx="80962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550" b="1">
                <a:solidFill>
                  <a:srgbClr val="54C4F3"/>
                </a:solidFill>
              </a:defRPr>
            </a:pPr>
            <a:r>
              <a:rPr sz="2550" b="1">
                <a:solidFill>
                  <a:srgbClr val="54C4F3"/>
                </a:solidFill>
              </a:rPr>
              <a:t>Help CRTFE test before it builds.</a:t>
            </a:r>
          </a:p>
        </p:txBody>
      </p:sp>
      <p:sp>
        <p:nvSpPr>
          <p:cNvPr id="4" name="">
            <a:extLst xmlns:a="http://schemas.openxmlformats.org/drawingml/2006/main">
              <a:ext uri="{FF2B5EF4-FFF2-40B4-BE49-F238E27FC236}">
                <a16:creationId xmlns:a16="http://schemas.microsoft.com/office/drawing/2014/main" id="{40D1ACAE-0A54-4910-A8D4-0C9D0709E0E6}"/>
              </a:ext>
            </a:extLst>
          </p:cNvPr>
          <p:cNvSpPr>
            <a:spLocks xmlns:a="http://schemas.openxmlformats.org/drawingml/2006/main" noGrp="1"/>
          </p:cNvSpPr>
          <p:nvPr/>
        </p:nvSpPr>
        <p:spPr>
          <a:xfrm xmlns:a="http://schemas.openxmlformats.org/drawingml/2006/main">
            <a:off x="800100" y="3257550"/>
            <a:ext cx="10287000" cy="19050"/>
          </a:xfrm>
          <a:prstGeom xmlns:a="http://schemas.openxmlformats.org/drawingml/2006/main" prst="rect">
            <a:avLst/>
          </a:prstGeom>
          <a:solidFill xmlns:a="http://schemas.openxmlformats.org/drawingml/2006/main">
            <a:srgbClr val="2D5067"/>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14EA6628-7B9E-43EC-90E3-6A37B4975150}"/>
              </a:ext>
            </a:extLst>
          </p:cNvPr>
          <p:cNvSpPr>
            <a:spLocks xmlns:a="http://schemas.openxmlformats.org/drawingml/2006/main" noGrp="1"/>
          </p:cNvSpPr>
          <p:nvPr/>
        </p:nvSpPr>
        <p:spPr>
          <a:xfrm xmlns:a="http://schemas.openxmlformats.org/drawingml/2006/main">
            <a:off x="990600" y="3695700"/>
            <a:ext cx="476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950" b="1">
                <a:solidFill>
                  <a:srgbClr val="79A817"/>
                </a:solidFill>
              </a:defRPr>
            </a:pPr>
            <a:r>
              <a:rPr sz="1950" b="1">
                <a:solidFill>
                  <a:srgbClr val="79A817"/>
                </a:solidFill>
              </a:rPr>
              <a:t>1</a:t>
            </a:r>
          </a:p>
        </p:txBody>
      </p:sp>
      <p:sp>
        <p:nvSpPr>
          <p:cNvPr id="6" name="">
            <a:extLst xmlns:a="http://schemas.openxmlformats.org/drawingml/2006/main">
              <a:ext uri="{FF2B5EF4-FFF2-40B4-BE49-F238E27FC236}">
                <a16:creationId xmlns:a16="http://schemas.microsoft.com/office/drawing/2014/main" id="{055131A7-91EC-4DCC-8392-90ABEEA7F150}"/>
              </a:ext>
            </a:extLst>
          </p:cNvPr>
          <p:cNvSpPr>
            <a:spLocks xmlns:a="http://schemas.openxmlformats.org/drawingml/2006/main" noGrp="1"/>
          </p:cNvSpPr>
          <p:nvPr/>
        </p:nvSpPr>
        <p:spPr>
          <a:xfrm xmlns:a="http://schemas.openxmlformats.org/drawingml/2006/main">
            <a:off x="1638300" y="3676650"/>
            <a:ext cx="61912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FFFFFF"/>
                </a:solidFill>
              </a:defRPr>
            </a:pPr>
            <a:r>
              <a:rPr sz="1875" b="1">
                <a:solidFill>
                  <a:srgbClr val="FFFFFF"/>
                </a:solidFill>
              </a:rPr>
              <a:t>Choose the right Oklahoma path</a:t>
            </a:r>
          </a:p>
        </p:txBody>
      </p:sp>
      <p:sp>
        <p:nvSpPr>
          <p:cNvPr id="7" name="">
            <a:extLst xmlns:a="http://schemas.openxmlformats.org/drawingml/2006/main">
              <a:ext uri="{FF2B5EF4-FFF2-40B4-BE49-F238E27FC236}">
                <a16:creationId xmlns:a16="http://schemas.microsoft.com/office/drawing/2014/main" id="{921328B0-F54F-4385-AA9A-5F61EA78441A}"/>
              </a:ext>
            </a:extLst>
          </p:cNvPr>
          <p:cNvSpPr>
            <a:spLocks xmlns:a="http://schemas.openxmlformats.org/drawingml/2006/main" noGrp="1"/>
          </p:cNvSpPr>
          <p:nvPr/>
        </p:nvSpPr>
        <p:spPr>
          <a:xfrm xmlns:a="http://schemas.openxmlformats.org/drawingml/2006/main">
            <a:off x="990600" y="4438650"/>
            <a:ext cx="476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950" b="1">
                <a:solidFill>
                  <a:srgbClr val="79A817"/>
                </a:solidFill>
              </a:defRPr>
            </a:pPr>
            <a:r>
              <a:rPr sz="1950" b="1">
                <a:solidFill>
                  <a:srgbClr val="79A817"/>
                </a:solidFill>
              </a:rPr>
              <a:t>2</a:t>
            </a:r>
          </a:p>
        </p:txBody>
      </p:sp>
      <p:sp>
        <p:nvSpPr>
          <p:cNvPr id="8" name="">
            <a:extLst xmlns:a="http://schemas.openxmlformats.org/drawingml/2006/main">
              <a:ext uri="{FF2B5EF4-FFF2-40B4-BE49-F238E27FC236}">
                <a16:creationId xmlns:a16="http://schemas.microsoft.com/office/drawing/2014/main" id="{B840EF2C-BFD6-4061-887F-79408D9A4927}"/>
              </a:ext>
            </a:extLst>
          </p:cNvPr>
          <p:cNvSpPr>
            <a:spLocks xmlns:a="http://schemas.openxmlformats.org/drawingml/2006/main" noGrp="1"/>
          </p:cNvSpPr>
          <p:nvPr/>
        </p:nvSpPr>
        <p:spPr>
          <a:xfrm xmlns:a="http://schemas.openxmlformats.org/drawingml/2006/main">
            <a:off x="1638300" y="4419600"/>
            <a:ext cx="6858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FFFFFF"/>
                </a:solidFill>
              </a:defRPr>
            </a:pPr>
            <a:r>
              <a:rPr sz="1875" b="1">
                <a:solidFill>
                  <a:srgbClr val="FFFFFF"/>
                </a:solidFill>
              </a:rPr>
              <a:t>Help secure the $25,000 first experiment</a:t>
            </a:r>
          </a:p>
        </p:txBody>
      </p:sp>
      <p:sp>
        <p:nvSpPr>
          <p:cNvPr id="9" name="">
            <a:extLst xmlns:a="http://schemas.openxmlformats.org/drawingml/2006/main">
              <a:ext uri="{FF2B5EF4-FFF2-40B4-BE49-F238E27FC236}">
                <a16:creationId xmlns:a16="http://schemas.microsoft.com/office/drawing/2014/main" id="{72BFA0C0-3EA4-4A4F-9798-59DA019C6B03}"/>
              </a:ext>
            </a:extLst>
          </p:cNvPr>
          <p:cNvSpPr>
            <a:spLocks xmlns:a="http://schemas.openxmlformats.org/drawingml/2006/main" noGrp="1"/>
          </p:cNvSpPr>
          <p:nvPr/>
        </p:nvSpPr>
        <p:spPr>
          <a:xfrm xmlns:a="http://schemas.openxmlformats.org/drawingml/2006/main">
            <a:off x="990600" y="5181600"/>
            <a:ext cx="476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950" b="1">
                <a:solidFill>
                  <a:srgbClr val="79A817"/>
                </a:solidFill>
              </a:defRPr>
            </a:pPr>
            <a:r>
              <a:rPr sz="1950" b="1">
                <a:solidFill>
                  <a:srgbClr val="79A817"/>
                </a:solidFill>
              </a:rPr>
              <a:t>3</a:t>
            </a:r>
          </a:p>
        </p:txBody>
      </p:sp>
      <p:sp>
        <p:nvSpPr>
          <p:cNvPr id="10" name="">
            <a:extLst xmlns:a="http://schemas.openxmlformats.org/drawingml/2006/main">
              <a:ext uri="{FF2B5EF4-FFF2-40B4-BE49-F238E27FC236}">
                <a16:creationId xmlns:a16="http://schemas.microsoft.com/office/drawing/2014/main" id="{D6E174F3-8668-49BA-B218-F483E7C33736}"/>
              </a:ext>
            </a:extLst>
          </p:cNvPr>
          <p:cNvSpPr>
            <a:spLocks xmlns:a="http://schemas.openxmlformats.org/drawingml/2006/main" noGrp="1"/>
          </p:cNvSpPr>
          <p:nvPr/>
        </p:nvSpPr>
        <p:spPr>
          <a:xfrm xmlns:a="http://schemas.openxmlformats.org/drawingml/2006/main">
            <a:off x="1638300" y="5162550"/>
            <a:ext cx="6858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FFFFFF"/>
                </a:solidFill>
              </a:defRPr>
            </a:pPr>
            <a:r>
              <a:rPr sz="1875" b="1">
                <a:solidFill>
                  <a:srgbClr val="FFFFFF"/>
                </a:solidFill>
              </a:rPr>
              <a:t>Introduce the lab, mentors, and partners</a:t>
            </a:r>
          </a:p>
        </p:txBody>
      </p:sp>
      <p:sp>
        <p:nvSpPr>
          <p:cNvPr id="11" name="">
            <a:extLst xmlns:a="http://schemas.openxmlformats.org/drawingml/2006/main">
              <a:ext uri="{FF2B5EF4-FFF2-40B4-BE49-F238E27FC236}">
                <a16:creationId xmlns:a16="http://schemas.microsoft.com/office/drawing/2014/main" id="{77BC3991-7E0C-4AE8-8FFE-392E04803E2C}"/>
              </a:ext>
            </a:extLst>
          </p:cNvPr>
          <p:cNvSpPr>
            <a:spLocks xmlns:a="http://schemas.openxmlformats.org/drawingml/2006/main" noGrp="1"/>
          </p:cNvSpPr>
          <p:nvPr/>
        </p:nvSpPr>
        <p:spPr>
          <a:xfrm xmlns:a="http://schemas.openxmlformats.org/drawingml/2006/main">
            <a:off x="800100" y="6153150"/>
            <a:ext cx="8191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FFFFFF"/>
                </a:solidFill>
              </a:defRPr>
            </a:pPr>
            <a:r>
              <a:rPr sz="1350" b="0">
                <a:solidFill>
                  <a:srgbClr val="FFFFFF"/>
                </a:solidFill>
              </a:rPr>
              <a:t>Dorian Martin-Smith  |  dorianmartinsmith@gmail.com</a:t>
            </a:r>
          </a:p>
        </p:txBody>
      </p:sp>
      <p:sp>
        <p:nvSpPr>
          <p:cNvPr id="12" name="">
            <a:extLst xmlns:a="http://schemas.openxmlformats.org/drawingml/2006/main">
              <a:ext uri="{FF2B5EF4-FFF2-40B4-BE49-F238E27FC236}">
                <a16:creationId xmlns:a16="http://schemas.microsoft.com/office/drawing/2014/main" id="{EB8E7A7D-B84C-4309-A268-8D3A29B6712C}"/>
              </a:ext>
            </a:extLst>
          </p:cNvPr>
          <p:cNvSpPr>
            <a:spLocks xmlns:a="http://schemas.openxmlformats.org/drawingml/2006/main" noGrp="1"/>
          </p:cNvSpPr>
          <p:nvPr/>
        </p:nvSpPr>
        <p:spPr>
          <a:xfrm xmlns:a="http://schemas.openxmlformats.org/drawingml/2006/main">
            <a:off x="8629650" y="6153150"/>
            <a:ext cx="2762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1125" b="1">
                <a:solidFill>
                  <a:srgbClr val="79A817"/>
                </a:solidFill>
              </a:defRPr>
            </a:pPr>
            <a:r>
              <a:rPr sz="1125" b="1">
                <a:solidFill>
                  <a:srgbClr val="79A817"/>
                </a:solidFill>
              </a:rPr>
              <a:t>The evidence decides what happens next.</a:t>
            </a:r>
          </a:p>
        </p:txBody>
      </p:sp>
    </p:spTree>
    <p:extLst>
      <p:ext uri="{BB962C8B-B14F-4D97-AF65-F5344CB8AC3E}">
        <p14:creationId xmlns:p14="http://schemas.microsoft.com/office/powerpoint/2010/main" val="208719698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2026-08-24T08:19:39.6880000Z</dcterms:created>
  <dcterms:modified xsi:type="dcterms:W3CDTF">2026-08-24T08:19:39.6880000Z</dcterms:modified>
</coreProperties>
</file>